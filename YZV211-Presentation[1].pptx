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16"/>
  </p:notesMasterIdLst>
  <p:handoutMasterIdLst>
    <p:handoutMasterId r:id="rId17"/>
  </p:handoutMasterIdLst>
  <p:sldIdLst>
    <p:sldId id="513" r:id="rId2"/>
    <p:sldId id="565" r:id="rId3"/>
    <p:sldId id="567" r:id="rId4"/>
    <p:sldId id="568" r:id="rId5"/>
    <p:sldId id="569" r:id="rId6"/>
    <p:sldId id="575" r:id="rId7"/>
    <p:sldId id="576" r:id="rId8"/>
    <p:sldId id="577" r:id="rId9"/>
    <p:sldId id="578" r:id="rId10"/>
    <p:sldId id="579" r:id="rId11"/>
    <p:sldId id="571" r:id="rId12"/>
    <p:sldId id="573" r:id="rId13"/>
    <p:sldId id="572" r:id="rId14"/>
    <p:sldId id="574" r:id="rId15"/>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S PGothic" charset="-128"/>
        <a:cs typeface="+mn-cs"/>
      </a:defRPr>
    </a:lvl1pPr>
    <a:lvl2pPr marL="457200" algn="l" rtl="0" eaLnBrk="0" fontAlgn="base" hangingPunct="0">
      <a:spcBef>
        <a:spcPct val="0"/>
      </a:spcBef>
      <a:spcAft>
        <a:spcPct val="0"/>
      </a:spcAft>
      <a:defRPr sz="2400" kern="1200">
        <a:solidFill>
          <a:schemeClr val="tx1"/>
        </a:solidFill>
        <a:latin typeface="Times" charset="0"/>
        <a:ea typeface="MS PGothic" charset="-128"/>
        <a:cs typeface="+mn-cs"/>
      </a:defRPr>
    </a:lvl2pPr>
    <a:lvl3pPr marL="914400" algn="l" rtl="0" eaLnBrk="0" fontAlgn="base" hangingPunct="0">
      <a:spcBef>
        <a:spcPct val="0"/>
      </a:spcBef>
      <a:spcAft>
        <a:spcPct val="0"/>
      </a:spcAft>
      <a:defRPr sz="2400" kern="1200">
        <a:solidFill>
          <a:schemeClr val="tx1"/>
        </a:solidFill>
        <a:latin typeface="Times" charset="0"/>
        <a:ea typeface="MS PGothic" charset="-128"/>
        <a:cs typeface="+mn-cs"/>
      </a:defRPr>
    </a:lvl3pPr>
    <a:lvl4pPr marL="1371600" algn="l" rtl="0" eaLnBrk="0" fontAlgn="base" hangingPunct="0">
      <a:spcBef>
        <a:spcPct val="0"/>
      </a:spcBef>
      <a:spcAft>
        <a:spcPct val="0"/>
      </a:spcAft>
      <a:defRPr sz="2400" kern="1200">
        <a:solidFill>
          <a:schemeClr val="tx1"/>
        </a:solidFill>
        <a:latin typeface="Times" charset="0"/>
        <a:ea typeface="MS PGothic" charset="-128"/>
        <a:cs typeface="+mn-cs"/>
      </a:defRPr>
    </a:lvl4pPr>
    <a:lvl5pPr marL="1828800" algn="l" rtl="0" eaLnBrk="0" fontAlgn="base" hangingPunct="0">
      <a:spcBef>
        <a:spcPct val="0"/>
      </a:spcBef>
      <a:spcAft>
        <a:spcPct val="0"/>
      </a:spcAft>
      <a:defRPr sz="2400" kern="1200">
        <a:solidFill>
          <a:schemeClr val="tx1"/>
        </a:solidFill>
        <a:latin typeface="Times" charset="0"/>
        <a:ea typeface="MS PGothic" charset="-128"/>
        <a:cs typeface="+mn-cs"/>
      </a:defRPr>
    </a:lvl5pPr>
    <a:lvl6pPr marL="2286000" algn="l" defTabSz="914400" rtl="0" eaLnBrk="1" latinLnBrk="0" hangingPunct="1">
      <a:defRPr sz="2400" kern="1200">
        <a:solidFill>
          <a:schemeClr val="tx1"/>
        </a:solidFill>
        <a:latin typeface="Times" charset="0"/>
        <a:ea typeface="MS PGothic" charset="-128"/>
        <a:cs typeface="+mn-cs"/>
      </a:defRPr>
    </a:lvl6pPr>
    <a:lvl7pPr marL="2743200" algn="l" defTabSz="914400" rtl="0" eaLnBrk="1" latinLnBrk="0" hangingPunct="1">
      <a:defRPr sz="2400" kern="1200">
        <a:solidFill>
          <a:schemeClr val="tx1"/>
        </a:solidFill>
        <a:latin typeface="Times" charset="0"/>
        <a:ea typeface="MS PGothic" charset="-128"/>
        <a:cs typeface="+mn-cs"/>
      </a:defRPr>
    </a:lvl7pPr>
    <a:lvl8pPr marL="3200400" algn="l" defTabSz="914400" rtl="0" eaLnBrk="1" latinLnBrk="0" hangingPunct="1">
      <a:defRPr sz="2400" kern="1200">
        <a:solidFill>
          <a:schemeClr val="tx1"/>
        </a:solidFill>
        <a:latin typeface="Times" charset="0"/>
        <a:ea typeface="MS PGothic" charset="-128"/>
        <a:cs typeface="+mn-cs"/>
      </a:defRPr>
    </a:lvl8pPr>
    <a:lvl9pPr marL="3657600" algn="l" defTabSz="914400" rtl="0" eaLnBrk="1" latinLnBrk="0" hangingPunct="1">
      <a:defRPr sz="2400" kern="1200">
        <a:solidFill>
          <a:schemeClr val="tx1"/>
        </a:solidFill>
        <a:latin typeface="Times" charset="0"/>
        <a:ea typeface="MS PGothic"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43880"/>
    <a:srgbClr val="017C01"/>
    <a:srgbClr val="9D9D06"/>
    <a:srgbClr val="FF9933"/>
    <a:srgbClr val="9A3737"/>
    <a:srgbClr val="00457C"/>
    <a:srgbClr val="002E63"/>
    <a:srgbClr val="B4975A"/>
    <a:srgbClr val="A0825A"/>
    <a:srgbClr val="E21E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9F37D4-D995-D512-9A9B-3552CDEF9F6F}" v="825" dt="2024-01-02T19:58:56.141"/>
    <p1510:client id="{CB3F7572-C756-BF7C-BB35-D3ED08D4CD85}" v="204" dt="2024-01-03T10:57:59.663"/>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Orta Stil 2 - Vurgu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Orta Stil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Orta Stil 4 - Vurgu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DF18680-E054-41AD-8BC1-D1AEF772440D}" styleName="Orta Stil 2 - Vurgu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364" autoAdjust="0"/>
  </p:normalViewPr>
  <p:slideViewPr>
    <p:cSldViewPr>
      <p:cViewPr varScale="1">
        <p:scale>
          <a:sx n="80" d="100"/>
          <a:sy n="80" d="100"/>
        </p:scale>
        <p:origin x="763" y="53"/>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DB0765-E81F-4FAE-BD39-8B0E262D6CE6}" type="datetimeFigureOut">
              <a:rPr lang="en-US" smtClean="0"/>
              <a:t>1/3/2024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3578D8-779C-4A49-A69D-290D24785343}" type="slidenum">
              <a:rPr lang="en-US" smtClean="0"/>
              <a:t>‹#›</a:t>
            </a:fld>
            <a:endParaRPr lang="en-US"/>
          </a:p>
        </p:txBody>
      </p:sp>
    </p:spTree>
    <p:extLst>
      <p:ext uri="{BB962C8B-B14F-4D97-AF65-F5344CB8AC3E}">
        <p14:creationId xmlns:p14="http://schemas.microsoft.com/office/powerpoint/2010/main" val="39984943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ea typeface="MS PGothic" pitchFamily="34" charset="-128"/>
              </a:defRPr>
            </a:lvl1pPr>
          </a:lstStyle>
          <a:p>
            <a:pPr>
              <a:defRPr/>
            </a:pPr>
            <a:endParaRPr lang="tr-TR"/>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ea typeface="MS PGothic" pitchFamily="34" charset="-128"/>
              </a:defRPr>
            </a:lvl1pPr>
          </a:lstStyle>
          <a:p>
            <a:pPr>
              <a:defRPr/>
            </a:pPr>
            <a:fld id="{2D23AF9A-08C0-2B45-B7CE-190E5ACBD066}" type="datetimeFigureOut">
              <a:rPr lang="en-US" altLang="en-US"/>
              <a:pPr>
                <a:defRPr/>
              </a:pPr>
              <a:t>1/3/2024</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tr-TR" noProof="0"/>
              <a:t>Click to edit Master text styles</a:t>
            </a:r>
          </a:p>
          <a:p>
            <a:pPr lvl="1"/>
            <a:r>
              <a:rPr lang="tr-TR" noProof="0"/>
              <a:t>Second level</a:t>
            </a:r>
          </a:p>
          <a:p>
            <a:pPr lvl="2"/>
            <a:r>
              <a:rPr lang="tr-TR" noProof="0"/>
              <a:t>Third level</a:t>
            </a:r>
          </a:p>
          <a:p>
            <a:pPr lvl="3"/>
            <a:r>
              <a:rPr lang="tr-TR" noProof="0"/>
              <a:t>Fourth level</a:t>
            </a:r>
          </a:p>
          <a:p>
            <a:pPr lvl="4"/>
            <a:r>
              <a:rPr lang="tr-TR"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ea typeface="MS PGothic" pitchFamily="34" charset="-128"/>
              </a:defRPr>
            </a:lvl1pPr>
          </a:lstStyle>
          <a:p>
            <a:pPr>
              <a:defRPr/>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67D3AA9-0D66-3348-BFFB-07E3FE485863}" type="slidenum">
              <a:rPr lang="en-US" altLang="en-US"/>
              <a:pPr>
                <a:defRPr/>
              </a:pPr>
              <a:t>‹#›</a:t>
            </a:fld>
            <a:endParaRPr lang="en-US" altLang="en-US"/>
          </a:p>
        </p:txBody>
      </p:sp>
    </p:spTree>
    <p:extLst>
      <p:ext uri="{BB962C8B-B14F-4D97-AF65-F5344CB8AC3E}">
        <p14:creationId xmlns:p14="http://schemas.microsoft.com/office/powerpoint/2010/main" val="1804289383"/>
      </p:ext>
    </p:extLst>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6033214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4603321461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Tree>
    <p:extLst>
      <p:ext uri="{BB962C8B-B14F-4D97-AF65-F5344CB8AC3E}">
        <p14:creationId xmlns:p14="http://schemas.microsoft.com/office/powerpoint/2010/main" val="206915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tr-TR"/>
          </a:p>
        </p:txBody>
      </p:sp>
      <p:sp>
        <p:nvSpPr>
          <p:cNvPr id="5" name="Rectangle 5"/>
          <p:cNvSpPr>
            <a:spLocks noGrp="1" noChangeArrowheads="1"/>
          </p:cNvSpPr>
          <p:nvPr>
            <p:ph type="ftr" sz="quarter" idx="11"/>
          </p:nvPr>
        </p:nvSpPr>
        <p:spPr>
          <a:ln/>
        </p:spPr>
        <p:txBody>
          <a:bodyPr/>
          <a:lstStyle>
            <a:lvl1pPr>
              <a:defRPr/>
            </a:lvl1pPr>
          </a:lstStyle>
          <a:p>
            <a:pPr>
              <a:defRPr/>
            </a:pPr>
            <a:endParaRPr lang="tr-TR"/>
          </a:p>
        </p:txBody>
      </p:sp>
      <p:sp>
        <p:nvSpPr>
          <p:cNvPr id="6" name="Rectangle 6"/>
          <p:cNvSpPr>
            <a:spLocks noGrp="1" noChangeArrowheads="1"/>
          </p:cNvSpPr>
          <p:nvPr>
            <p:ph type="sldNum" sz="quarter" idx="12"/>
          </p:nvPr>
        </p:nvSpPr>
        <p:spPr>
          <a:ln/>
        </p:spPr>
        <p:txBody>
          <a:bodyPr/>
          <a:lstStyle>
            <a:lvl1pPr>
              <a:defRPr/>
            </a:lvl1pPr>
          </a:lstStyle>
          <a:p>
            <a:pPr>
              <a:defRPr/>
            </a:pPr>
            <a:fld id="{948C6926-9A45-8843-8FC5-89D78A0C994D}" type="slidenum">
              <a:rPr lang="en-US" altLang="en-US" smtClean="0"/>
              <a:pPr>
                <a:defRPr/>
              </a:pPr>
              <a:t>‹#›</a:t>
            </a:fld>
            <a:endParaRPr lang="en-US" altLang="en-US"/>
          </a:p>
        </p:txBody>
      </p:sp>
    </p:spTree>
    <p:extLst>
      <p:ext uri="{BB962C8B-B14F-4D97-AF65-F5344CB8AC3E}">
        <p14:creationId xmlns:p14="http://schemas.microsoft.com/office/powerpoint/2010/main" val="2177579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tr-TR"/>
          </a:p>
        </p:txBody>
      </p:sp>
      <p:sp>
        <p:nvSpPr>
          <p:cNvPr id="5" name="Rectangle 5"/>
          <p:cNvSpPr>
            <a:spLocks noGrp="1" noChangeArrowheads="1"/>
          </p:cNvSpPr>
          <p:nvPr>
            <p:ph type="ftr" sz="quarter" idx="11"/>
          </p:nvPr>
        </p:nvSpPr>
        <p:spPr>
          <a:ln/>
        </p:spPr>
        <p:txBody>
          <a:bodyPr/>
          <a:lstStyle>
            <a:lvl1pPr>
              <a:defRPr/>
            </a:lvl1pPr>
          </a:lstStyle>
          <a:p>
            <a:pPr>
              <a:defRPr/>
            </a:pPr>
            <a:endParaRPr lang="tr-TR"/>
          </a:p>
        </p:txBody>
      </p:sp>
      <p:sp>
        <p:nvSpPr>
          <p:cNvPr id="6" name="Rectangle 6"/>
          <p:cNvSpPr>
            <a:spLocks noGrp="1" noChangeArrowheads="1"/>
          </p:cNvSpPr>
          <p:nvPr>
            <p:ph type="sldNum" sz="quarter" idx="12"/>
          </p:nvPr>
        </p:nvSpPr>
        <p:spPr>
          <a:ln/>
        </p:spPr>
        <p:txBody>
          <a:bodyPr/>
          <a:lstStyle>
            <a:lvl1pPr>
              <a:defRPr b="1"/>
            </a:lvl1pPr>
          </a:lstStyle>
          <a:p>
            <a:pPr>
              <a:defRPr/>
            </a:pPr>
            <a:fld id="{7F73E004-36BE-004A-8389-4AF227816A51}" type="slidenum">
              <a:rPr lang="en-US" altLang="en-US" smtClean="0"/>
              <a:pPr>
                <a:defRPr/>
              </a:pPr>
              <a:t>‹#›</a:t>
            </a:fld>
            <a:endParaRPr lang="en-US" altLang="en-US" dirty="0"/>
          </a:p>
        </p:txBody>
      </p:sp>
      <p:sp>
        <p:nvSpPr>
          <p:cNvPr id="7" name="TextBox 6"/>
          <p:cNvSpPr txBox="1"/>
          <p:nvPr/>
        </p:nvSpPr>
        <p:spPr>
          <a:xfrm>
            <a:off x="11184567" y="6453339"/>
            <a:ext cx="184731" cy="461665"/>
          </a:xfrm>
          <a:prstGeom prst="rect">
            <a:avLst/>
          </a:prstGeom>
          <a:noFill/>
        </p:spPr>
        <p:txBody>
          <a:bodyPr wrap="none" rtlCol="0">
            <a:spAutoFit/>
          </a:bodyPr>
          <a:lstStyle/>
          <a:p>
            <a:endParaRPr lang="en-US" sz="2400" dirty="0"/>
          </a:p>
        </p:txBody>
      </p:sp>
      <p:sp>
        <p:nvSpPr>
          <p:cNvPr id="8" name="TextBox 7"/>
          <p:cNvSpPr txBox="1"/>
          <p:nvPr userDrawn="1"/>
        </p:nvSpPr>
        <p:spPr>
          <a:xfrm>
            <a:off x="11184567" y="6453339"/>
            <a:ext cx="184731" cy="461665"/>
          </a:xfrm>
          <a:prstGeom prst="rect">
            <a:avLst/>
          </a:prstGeom>
          <a:noFill/>
        </p:spPr>
        <p:txBody>
          <a:bodyPr wrap="none" rtlCol="0">
            <a:spAutoFit/>
          </a:bodyPr>
          <a:lstStyle/>
          <a:p>
            <a:endParaRPr lang="en-US" sz="2400" dirty="0"/>
          </a:p>
        </p:txBody>
      </p:sp>
    </p:spTree>
    <p:extLst>
      <p:ext uri="{BB962C8B-B14F-4D97-AF65-F5344CB8AC3E}">
        <p14:creationId xmlns:p14="http://schemas.microsoft.com/office/powerpoint/2010/main" val="2850494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tr-TR"/>
          </a:p>
        </p:txBody>
      </p:sp>
      <p:sp>
        <p:nvSpPr>
          <p:cNvPr id="5" name="Rectangle 5"/>
          <p:cNvSpPr>
            <a:spLocks noGrp="1" noChangeArrowheads="1"/>
          </p:cNvSpPr>
          <p:nvPr>
            <p:ph type="ftr" sz="quarter" idx="11"/>
          </p:nvPr>
        </p:nvSpPr>
        <p:spPr>
          <a:ln/>
        </p:spPr>
        <p:txBody>
          <a:bodyPr/>
          <a:lstStyle>
            <a:lvl1pPr>
              <a:defRPr/>
            </a:lvl1pPr>
          </a:lstStyle>
          <a:p>
            <a:pPr>
              <a:defRPr/>
            </a:pPr>
            <a:endParaRPr lang="tr-TR"/>
          </a:p>
        </p:txBody>
      </p:sp>
      <p:sp>
        <p:nvSpPr>
          <p:cNvPr id="6" name="Rectangle 6"/>
          <p:cNvSpPr>
            <a:spLocks noGrp="1" noChangeArrowheads="1"/>
          </p:cNvSpPr>
          <p:nvPr>
            <p:ph type="sldNum" sz="quarter" idx="12"/>
          </p:nvPr>
        </p:nvSpPr>
        <p:spPr>
          <a:ln/>
        </p:spPr>
        <p:txBody>
          <a:bodyPr/>
          <a:lstStyle>
            <a:lvl1pPr>
              <a:defRPr/>
            </a:lvl1pPr>
          </a:lstStyle>
          <a:p>
            <a:pPr>
              <a:defRPr/>
            </a:pPr>
            <a:fld id="{695FD341-B5B5-694A-B12A-55E36A0234CF}" type="slidenum">
              <a:rPr lang="en-US" altLang="en-US" smtClean="0"/>
              <a:pPr>
                <a:defRPr/>
              </a:pPr>
              <a:t>‹#›</a:t>
            </a:fld>
            <a:endParaRPr lang="en-US" altLang="en-US" dirty="0"/>
          </a:p>
        </p:txBody>
      </p:sp>
    </p:spTree>
    <p:extLst>
      <p:ext uri="{BB962C8B-B14F-4D97-AF65-F5344CB8AC3E}">
        <p14:creationId xmlns:p14="http://schemas.microsoft.com/office/powerpoint/2010/main" val="1002963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tr-TR"/>
          </a:p>
        </p:txBody>
      </p:sp>
      <p:sp>
        <p:nvSpPr>
          <p:cNvPr id="6" name="Rectangle 5"/>
          <p:cNvSpPr>
            <a:spLocks noGrp="1" noChangeArrowheads="1"/>
          </p:cNvSpPr>
          <p:nvPr>
            <p:ph type="ftr" sz="quarter" idx="11"/>
          </p:nvPr>
        </p:nvSpPr>
        <p:spPr>
          <a:ln/>
        </p:spPr>
        <p:txBody>
          <a:bodyPr/>
          <a:lstStyle>
            <a:lvl1pPr>
              <a:defRPr/>
            </a:lvl1pPr>
          </a:lstStyle>
          <a:p>
            <a:pPr>
              <a:defRPr/>
            </a:pPr>
            <a:endParaRPr lang="tr-TR"/>
          </a:p>
        </p:txBody>
      </p:sp>
      <p:sp>
        <p:nvSpPr>
          <p:cNvPr id="7" name="Rectangle 6"/>
          <p:cNvSpPr>
            <a:spLocks noGrp="1" noChangeArrowheads="1"/>
          </p:cNvSpPr>
          <p:nvPr>
            <p:ph type="sldNum" sz="quarter" idx="12"/>
          </p:nvPr>
        </p:nvSpPr>
        <p:spPr>
          <a:ln/>
        </p:spPr>
        <p:txBody>
          <a:bodyPr/>
          <a:lstStyle>
            <a:lvl1pPr>
              <a:defRPr/>
            </a:lvl1pPr>
          </a:lstStyle>
          <a:p>
            <a:pPr>
              <a:defRPr/>
            </a:pPr>
            <a:fld id="{8B68A6EB-0839-C74B-BDB3-78D2CF12DA62}" type="slidenum">
              <a:rPr lang="en-US" altLang="en-US" smtClean="0"/>
              <a:pPr>
                <a:defRPr/>
              </a:pPr>
              <a:t>‹#›</a:t>
            </a:fld>
            <a:endParaRPr lang="en-US" altLang="en-US" dirty="0"/>
          </a:p>
        </p:txBody>
      </p:sp>
    </p:spTree>
    <p:extLst>
      <p:ext uri="{BB962C8B-B14F-4D97-AF65-F5344CB8AC3E}">
        <p14:creationId xmlns:p14="http://schemas.microsoft.com/office/powerpoint/2010/main" val="3231314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tr-TR"/>
          </a:p>
        </p:txBody>
      </p:sp>
      <p:sp>
        <p:nvSpPr>
          <p:cNvPr id="8" name="Rectangle 5"/>
          <p:cNvSpPr>
            <a:spLocks noGrp="1" noChangeArrowheads="1"/>
          </p:cNvSpPr>
          <p:nvPr>
            <p:ph type="ftr" sz="quarter" idx="11"/>
          </p:nvPr>
        </p:nvSpPr>
        <p:spPr>
          <a:ln/>
        </p:spPr>
        <p:txBody>
          <a:bodyPr/>
          <a:lstStyle>
            <a:lvl1pPr>
              <a:defRPr/>
            </a:lvl1pPr>
          </a:lstStyle>
          <a:p>
            <a:pPr>
              <a:defRPr/>
            </a:pPr>
            <a:endParaRPr lang="tr-TR"/>
          </a:p>
        </p:txBody>
      </p:sp>
      <p:sp>
        <p:nvSpPr>
          <p:cNvPr id="9" name="Rectangle 6"/>
          <p:cNvSpPr>
            <a:spLocks noGrp="1" noChangeArrowheads="1"/>
          </p:cNvSpPr>
          <p:nvPr>
            <p:ph type="sldNum" sz="quarter" idx="12"/>
          </p:nvPr>
        </p:nvSpPr>
        <p:spPr>
          <a:ln/>
        </p:spPr>
        <p:txBody>
          <a:bodyPr/>
          <a:lstStyle>
            <a:lvl1pPr>
              <a:defRPr/>
            </a:lvl1pPr>
          </a:lstStyle>
          <a:p>
            <a:pPr>
              <a:defRPr/>
            </a:pPr>
            <a:fld id="{82B30DBE-BF82-A14E-9AA4-049BD6BAB7AC}" type="slidenum">
              <a:rPr lang="en-US" altLang="en-US" smtClean="0"/>
              <a:pPr>
                <a:defRPr/>
              </a:pPr>
              <a:t>‹#›</a:t>
            </a:fld>
            <a:endParaRPr lang="en-US" altLang="en-US"/>
          </a:p>
        </p:txBody>
      </p:sp>
    </p:spTree>
    <p:extLst>
      <p:ext uri="{BB962C8B-B14F-4D97-AF65-F5344CB8AC3E}">
        <p14:creationId xmlns:p14="http://schemas.microsoft.com/office/powerpoint/2010/main" val="329441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tr-TR"/>
          </a:p>
        </p:txBody>
      </p:sp>
      <p:sp>
        <p:nvSpPr>
          <p:cNvPr id="4" name="Rectangle 5"/>
          <p:cNvSpPr>
            <a:spLocks noGrp="1" noChangeArrowheads="1"/>
          </p:cNvSpPr>
          <p:nvPr>
            <p:ph type="ftr" sz="quarter" idx="11"/>
          </p:nvPr>
        </p:nvSpPr>
        <p:spPr>
          <a:ln/>
        </p:spPr>
        <p:txBody>
          <a:bodyPr/>
          <a:lstStyle>
            <a:lvl1pPr>
              <a:defRPr/>
            </a:lvl1pPr>
          </a:lstStyle>
          <a:p>
            <a:pPr>
              <a:defRPr/>
            </a:pPr>
            <a:endParaRPr lang="tr-TR"/>
          </a:p>
        </p:txBody>
      </p:sp>
      <p:sp>
        <p:nvSpPr>
          <p:cNvPr id="5" name="Rectangle 6"/>
          <p:cNvSpPr>
            <a:spLocks noGrp="1" noChangeArrowheads="1"/>
          </p:cNvSpPr>
          <p:nvPr>
            <p:ph type="sldNum" sz="quarter" idx="12"/>
          </p:nvPr>
        </p:nvSpPr>
        <p:spPr>
          <a:ln/>
        </p:spPr>
        <p:txBody>
          <a:bodyPr/>
          <a:lstStyle>
            <a:lvl1pPr>
              <a:defRPr/>
            </a:lvl1pPr>
          </a:lstStyle>
          <a:p>
            <a:pPr>
              <a:defRPr/>
            </a:pPr>
            <a:fld id="{7DFD5B31-1FAD-5549-B251-AE39C822D6D9}" type="slidenum">
              <a:rPr lang="en-US" altLang="en-US" smtClean="0"/>
              <a:pPr>
                <a:defRPr/>
              </a:pPr>
              <a:t>‹#›</a:t>
            </a:fld>
            <a:endParaRPr lang="en-US" altLang="en-US"/>
          </a:p>
        </p:txBody>
      </p:sp>
    </p:spTree>
    <p:extLst>
      <p:ext uri="{BB962C8B-B14F-4D97-AF65-F5344CB8AC3E}">
        <p14:creationId xmlns:p14="http://schemas.microsoft.com/office/powerpoint/2010/main" val="4243964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tr-TR"/>
          </a:p>
        </p:txBody>
      </p:sp>
      <p:sp>
        <p:nvSpPr>
          <p:cNvPr id="3" name="Rectangle 5"/>
          <p:cNvSpPr>
            <a:spLocks noGrp="1" noChangeArrowheads="1"/>
          </p:cNvSpPr>
          <p:nvPr>
            <p:ph type="ftr" sz="quarter" idx="11"/>
          </p:nvPr>
        </p:nvSpPr>
        <p:spPr>
          <a:ln/>
        </p:spPr>
        <p:txBody>
          <a:bodyPr/>
          <a:lstStyle>
            <a:lvl1pPr>
              <a:defRPr/>
            </a:lvl1pPr>
          </a:lstStyle>
          <a:p>
            <a:pPr>
              <a:defRPr/>
            </a:pPr>
            <a:endParaRPr lang="tr-TR"/>
          </a:p>
        </p:txBody>
      </p:sp>
      <p:sp>
        <p:nvSpPr>
          <p:cNvPr id="4" name="Rectangle 6"/>
          <p:cNvSpPr>
            <a:spLocks noGrp="1" noChangeArrowheads="1"/>
          </p:cNvSpPr>
          <p:nvPr>
            <p:ph type="sldNum" sz="quarter" idx="12"/>
          </p:nvPr>
        </p:nvSpPr>
        <p:spPr>
          <a:ln/>
        </p:spPr>
        <p:txBody>
          <a:bodyPr/>
          <a:lstStyle>
            <a:lvl1pPr>
              <a:defRPr/>
            </a:lvl1pPr>
          </a:lstStyle>
          <a:p>
            <a:pPr>
              <a:defRPr/>
            </a:pPr>
            <a:fld id="{012F5023-BB01-BA45-A894-355DE418EADC}" type="slidenum">
              <a:rPr lang="en-US" altLang="en-US" smtClean="0"/>
              <a:pPr>
                <a:defRPr/>
              </a:pPr>
              <a:t>‹#›</a:t>
            </a:fld>
            <a:endParaRPr lang="en-US" altLang="en-US"/>
          </a:p>
        </p:txBody>
      </p:sp>
    </p:spTree>
    <p:extLst>
      <p:ext uri="{BB962C8B-B14F-4D97-AF65-F5344CB8AC3E}">
        <p14:creationId xmlns:p14="http://schemas.microsoft.com/office/powerpoint/2010/main" val="3025105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tr-TR"/>
          </a:p>
        </p:txBody>
      </p:sp>
      <p:sp>
        <p:nvSpPr>
          <p:cNvPr id="6" name="Rectangle 5"/>
          <p:cNvSpPr>
            <a:spLocks noGrp="1" noChangeArrowheads="1"/>
          </p:cNvSpPr>
          <p:nvPr>
            <p:ph type="ftr" sz="quarter" idx="11"/>
          </p:nvPr>
        </p:nvSpPr>
        <p:spPr>
          <a:ln/>
        </p:spPr>
        <p:txBody>
          <a:bodyPr/>
          <a:lstStyle>
            <a:lvl1pPr>
              <a:defRPr/>
            </a:lvl1pPr>
          </a:lstStyle>
          <a:p>
            <a:pPr>
              <a:defRPr/>
            </a:pPr>
            <a:endParaRPr lang="tr-TR"/>
          </a:p>
        </p:txBody>
      </p:sp>
      <p:sp>
        <p:nvSpPr>
          <p:cNvPr id="7" name="Rectangle 6"/>
          <p:cNvSpPr>
            <a:spLocks noGrp="1" noChangeArrowheads="1"/>
          </p:cNvSpPr>
          <p:nvPr>
            <p:ph type="sldNum" sz="quarter" idx="12"/>
          </p:nvPr>
        </p:nvSpPr>
        <p:spPr>
          <a:ln/>
        </p:spPr>
        <p:txBody>
          <a:bodyPr/>
          <a:lstStyle>
            <a:lvl1pPr>
              <a:defRPr/>
            </a:lvl1pPr>
          </a:lstStyle>
          <a:p>
            <a:pPr>
              <a:defRPr/>
            </a:pPr>
            <a:fld id="{83E3D146-9ADF-754B-B1BA-463FE4DD6D74}" type="slidenum">
              <a:rPr lang="en-US" altLang="en-US" smtClean="0"/>
              <a:pPr>
                <a:defRPr/>
              </a:pPr>
              <a:t>‹#›</a:t>
            </a:fld>
            <a:endParaRPr lang="en-US" altLang="en-US"/>
          </a:p>
        </p:txBody>
      </p:sp>
    </p:spTree>
    <p:extLst>
      <p:ext uri="{BB962C8B-B14F-4D97-AF65-F5344CB8AC3E}">
        <p14:creationId xmlns:p14="http://schemas.microsoft.com/office/powerpoint/2010/main" val="4209635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tr-TR"/>
          </a:p>
        </p:txBody>
      </p:sp>
      <p:sp>
        <p:nvSpPr>
          <p:cNvPr id="6" name="Rectangle 5"/>
          <p:cNvSpPr>
            <a:spLocks noGrp="1" noChangeArrowheads="1"/>
          </p:cNvSpPr>
          <p:nvPr>
            <p:ph type="ftr" sz="quarter" idx="11"/>
          </p:nvPr>
        </p:nvSpPr>
        <p:spPr>
          <a:ln/>
        </p:spPr>
        <p:txBody>
          <a:bodyPr/>
          <a:lstStyle>
            <a:lvl1pPr>
              <a:defRPr/>
            </a:lvl1pPr>
          </a:lstStyle>
          <a:p>
            <a:pPr>
              <a:defRPr/>
            </a:pPr>
            <a:endParaRPr lang="tr-TR"/>
          </a:p>
        </p:txBody>
      </p:sp>
      <p:sp>
        <p:nvSpPr>
          <p:cNvPr id="7" name="Rectangle 6"/>
          <p:cNvSpPr>
            <a:spLocks noGrp="1" noChangeArrowheads="1"/>
          </p:cNvSpPr>
          <p:nvPr>
            <p:ph type="sldNum" sz="quarter" idx="12"/>
          </p:nvPr>
        </p:nvSpPr>
        <p:spPr>
          <a:ln/>
        </p:spPr>
        <p:txBody>
          <a:bodyPr/>
          <a:lstStyle>
            <a:lvl1pPr>
              <a:defRPr/>
            </a:lvl1pPr>
          </a:lstStyle>
          <a:p>
            <a:pPr>
              <a:defRPr/>
            </a:pPr>
            <a:fld id="{CE683A3A-DD0F-EC42-B107-524DA91F92D7}" type="slidenum">
              <a:rPr lang="en-US" altLang="en-US" smtClean="0"/>
              <a:pPr>
                <a:defRPr/>
              </a:pPr>
              <a:t>‹#›</a:t>
            </a:fld>
            <a:endParaRPr lang="en-US" altLang="en-US"/>
          </a:p>
        </p:txBody>
      </p:sp>
    </p:spTree>
    <p:extLst>
      <p:ext uri="{BB962C8B-B14F-4D97-AF65-F5344CB8AC3E}">
        <p14:creationId xmlns:p14="http://schemas.microsoft.com/office/powerpoint/2010/main" val="173338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tr-TR"/>
          </a:p>
        </p:txBody>
      </p:sp>
      <p:sp>
        <p:nvSpPr>
          <p:cNvPr id="5" name="Rectangle 5"/>
          <p:cNvSpPr>
            <a:spLocks noGrp="1" noChangeArrowheads="1"/>
          </p:cNvSpPr>
          <p:nvPr>
            <p:ph type="ftr" sz="quarter" idx="11"/>
          </p:nvPr>
        </p:nvSpPr>
        <p:spPr>
          <a:ln/>
        </p:spPr>
        <p:txBody>
          <a:bodyPr/>
          <a:lstStyle>
            <a:lvl1pPr>
              <a:defRPr/>
            </a:lvl1pPr>
          </a:lstStyle>
          <a:p>
            <a:pPr>
              <a:defRPr/>
            </a:pPr>
            <a:endParaRPr lang="tr-TR"/>
          </a:p>
        </p:txBody>
      </p:sp>
      <p:sp>
        <p:nvSpPr>
          <p:cNvPr id="6" name="Rectangle 6"/>
          <p:cNvSpPr>
            <a:spLocks noGrp="1" noChangeArrowheads="1"/>
          </p:cNvSpPr>
          <p:nvPr>
            <p:ph type="sldNum" sz="quarter" idx="12"/>
          </p:nvPr>
        </p:nvSpPr>
        <p:spPr>
          <a:ln/>
        </p:spPr>
        <p:txBody>
          <a:bodyPr/>
          <a:lstStyle>
            <a:lvl1pPr>
              <a:defRPr/>
            </a:lvl1pPr>
          </a:lstStyle>
          <a:p>
            <a:pPr>
              <a:defRPr/>
            </a:pPr>
            <a:fld id="{BC68E430-7C03-7149-92DE-5D1B0EA420B0}" type="slidenum">
              <a:rPr lang="en-US" altLang="en-US" smtClean="0"/>
              <a:pPr>
                <a:defRPr/>
              </a:pPr>
              <a:t>‹#›</a:t>
            </a:fld>
            <a:endParaRPr lang="en-US" altLang="en-US"/>
          </a:p>
        </p:txBody>
      </p:sp>
    </p:spTree>
    <p:extLst>
      <p:ext uri="{BB962C8B-B14F-4D97-AF65-F5344CB8AC3E}">
        <p14:creationId xmlns:p14="http://schemas.microsoft.com/office/powerpoint/2010/main" val="416885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tr-TR"/>
          </a:p>
        </p:txBody>
      </p:sp>
      <p:sp>
        <p:nvSpPr>
          <p:cNvPr id="5" name="Rectangle 5"/>
          <p:cNvSpPr>
            <a:spLocks noGrp="1" noChangeArrowheads="1"/>
          </p:cNvSpPr>
          <p:nvPr>
            <p:ph type="ftr" sz="quarter" idx="11"/>
          </p:nvPr>
        </p:nvSpPr>
        <p:spPr>
          <a:ln/>
        </p:spPr>
        <p:txBody>
          <a:bodyPr/>
          <a:lstStyle>
            <a:lvl1pPr>
              <a:defRPr/>
            </a:lvl1pPr>
          </a:lstStyle>
          <a:p>
            <a:pPr>
              <a:defRPr/>
            </a:pPr>
            <a:endParaRPr lang="tr-TR"/>
          </a:p>
        </p:txBody>
      </p:sp>
      <p:sp>
        <p:nvSpPr>
          <p:cNvPr id="6" name="Rectangle 6"/>
          <p:cNvSpPr>
            <a:spLocks noGrp="1" noChangeArrowheads="1"/>
          </p:cNvSpPr>
          <p:nvPr>
            <p:ph type="sldNum" sz="quarter" idx="12"/>
          </p:nvPr>
        </p:nvSpPr>
        <p:spPr>
          <a:ln/>
        </p:spPr>
        <p:txBody>
          <a:bodyPr/>
          <a:lstStyle>
            <a:lvl1pPr>
              <a:defRPr/>
            </a:lvl1pPr>
          </a:lstStyle>
          <a:p>
            <a:pPr>
              <a:defRPr/>
            </a:pPr>
            <a:fld id="{FA90427A-262C-EE40-B580-2983213219A2}" type="slidenum">
              <a:rPr lang="en-US" altLang="en-US" smtClean="0"/>
              <a:pPr>
                <a:defRPr/>
              </a:pPr>
              <a:t>‹#›</a:t>
            </a:fld>
            <a:endParaRPr lang="en-US" altLang="en-US"/>
          </a:p>
        </p:txBody>
      </p:sp>
    </p:spTree>
    <p:extLst>
      <p:ext uri="{BB962C8B-B14F-4D97-AF65-F5344CB8AC3E}">
        <p14:creationId xmlns:p14="http://schemas.microsoft.com/office/powerpoint/2010/main" val="3852731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tr-TR"/>
          </a:p>
        </p:txBody>
      </p:sp>
      <p:sp>
        <p:nvSpPr>
          <p:cNvPr id="8" name="Rectangle 5"/>
          <p:cNvSpPr>
            <a:spLocks noGrp="1" noChangeArrowheads="1"/>
          </p:cNvSpPr>
          <p:nvPr>
            <p:ph type="ftr" sz="quarter" idx="11"/>
          </p:nvPr>
        </p:nvSpPr>
        <p:spPr>
          <a:ln/>
        </p:spPr>
        <p:txBody>
          <a:bodyPr/>
          <a:lstStyle>
            <a:lvl1pPr>
              <a:defRPr/>
            </a:lvl1pPr>
          </a:lstStyle>
          <a:p>
            <a:pPr>
              <a:defRPr/>
            </a:pPr>
            <a:endParaRPr lang="tr-TR"/>
          </a:p>
        </p:txBody>
      </p:sp>
      <p:sp>
        <p:nvSpPr>
          <p:cNvPr id="9" name="Rectangle 6"/>
          <p:cNvSpPr>
            <a:spLocks noGrp="1" noChangeArrowheads="1"/>
          </p:cNvSpPr>
          <p:nvPr>
            <p:ph type="sldNum" sz="quarter" idx="12"/>
          </p:nvPr>
        </p:nvSpPr>
        <p:spPr>
          <a:ln/>
        </p:spPr>
        <p:txBody>
          <a:bodyPr/>
          <a:lstStyle>
            <a:lvl1pPr>
              <a:defRPr/>
            </a:lvl1pPr>
          </a:lstStyle>
          <a:p>
            <a:pPr>
              <a:defRPr/>
            </a:pPr>
            <a:fld id="{1C6D1DC0-669A-A549-8A9F-67ADA56CB510}" type="slidenum">
              <a:rPr lang="en-US" altLang="en-US" smtClean="0"/>
              <a:pPr>
                <a:defRPr/>
              </a:pPr>
              <a:t>‹#›</a:t>
            </a:fld>
            <a:endParaRPr lang="en-US" altLang="en-US"/>
          </a:p>
        </p:txBody>
      </p:sp>
    </p:spTree>
    <p:extLst>
      <p:ext uri="{BB962C8B-B14F-4D97-AF65-F5344CB8AC3E}">
        <p14:creationId xmlns:p14="http://schemas.microsoft.com/office/powerpoint/2010/main" val="3246332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ea typeface="MS PGothic" pitchFamily="34" charset="-128"/>
              </a:defRPr>
            </a:lvl1pPr>
          </a:lstStyle>
          <a:p>
            <a:pPr>
              <a:defRPr/>
            </a:pPr>
            <a:endParaRPr lang="tr-T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ea typeface="MS PGothic" pitchFamily="34" charset="-128"/>
              </a:defRPr>
            </a:lvl1pPr>
          </a:lstStyle>
          <a:p>
            <a:pPr>
              <a:defRPr/>
            </a:pPr>
            <a:endParaRPr lang="tr-T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2EFE1AA-8380-7F49-9F91-A78B8093B085}" type="slidenum">
              <a:rPr lang="en-US" altLang="en-US" smtClean="0"/>
              <a:pPr>
                <a:defRPr/>
              </a:pPr>
              <a:t>‹#›</a:t>
            </a:fld>
            <a:r>
              <a:rPr lang="en-US" altLang="en-US"/>
              <a:t> / 10</a:t>
            </a:r>
          </a:p>
          <a:p>
            <a:pPr>
              <a:defRPr/>
            </a:pPr>
            <a:endParaRPr lang="en-US" altLang="en-US" dirty="0"/>
          </a:p>
        </p:txBody>
      </p:sp>
    </p:spTree>
    <p:extLst>
      <p:ext uri="{BB962C8B-B14F-4D97-AF65-F5344CB8AC3E}">
        <p14:creationId xmlns:p14="http://schemas.microsoft.com/office/powerpoint/2010/main" val="276676717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ctr" rtl="0" eaLnBrk="1" fontAlgn="base" hangingPunct="1">
        <a:spcBef>
          <a:spcPct val="0"/>
        </a:spcBef>
        <a:spcAft>
          <a:spcPct val="0"/>
        </a:spcAft>
        <a:defRPr sz="4400">
          <a:solidFill>
            <a:schemeClr val="tx2"/>
          </a:solidFill>
          <a:latin typeface="+mj-lt"/>
          <a:ea typeface="MS PGothic" pitchFamily="34" charset="-128"/>
          <a:cs typeface="MS PGothic" charset="0"/>
        </a:defRPr>
      </a:lvl1pPr>
      <a:lvl2pPr algn="ctr" rtl="0" eaLnBrk="1" fontAlgn="base" hangingPunct="1">
        <a:spcBef>
          <a:spcPct val="0"/>
        </a:spcBef>
        <a:spcAft>
          <a:spcPct val="0"/>
        </a:spcAft>
        <a:defRPr sz="4400">
          <a:solidFill>
            <a:schemeClr val="tx2"/>
          </a:solidFill>
          <a:latin typeface="Times" charset="0"/>
          <a:ea typeface="MS PGothic" pitchFamily="34" charset="-128"/>
          <a:cs typeface="MS PGothic" charset="0"/>
        </a:defRPr>
      </a:lvl2pPr>
      <a:lvl3pPr algn="ctr" rtl="0" eaLnBrk="1" fontAlgn="base" hangingPunct="1">
        <a:spcBef>
          <a:spcPct val="0"/>
        </a:spcBef>
        <a:spcAft>
          <a:spcPct val="0"/>
        </a:spcAft>
        <a:defRPr sz="4400">
          <a:solidFill>
            <a:schemeClr val="tx2"/>
          </a:solidFill>
          <a:latin typeface="Times" charset="0"/>
          <a:ea typeface="MS PGothic" pitchFamily="34" charset="-128"/>
          <a:cs typeface="MS PGothic" charset="0"/>
        </a:defRPr>
      </a:lvl3pPr>
      <a:lvl4pPr algn="ctr" rtl="0" eaLnBrk="1" fontAlgn="base" hangingPunct="1">
        <a:spcBef>
          <a:spcPct val="0"/>
        </a:spcBef>
        <a:spcAft>
          <a:spcPct val="0"/>
        </a:spcAft>
        <a:defRPr sz="4400">
          <a:solidFill>
            <a:schemeClr val="tx2"/>
          </a:solidFill>
          <a:latin typeface="Times" charset="0"/>
          <a:ea typeface="MS PGothic" pitchFamily="34" charset="-128"/>
          <a:cs typeface="MS PGothic" charset="0"/>
        </a:defRPr>
      </a:lvl4pPr>
      <a:lvl5pPr algn="ctr" rtl="0" eaLnBrk="1" fontAlgn="base" hangingPunct="1">
        <a:spcBef>
          <a:spcPct val="0"/>
        </a:spcBef>
        <a:spcAft>
          <a:spcPct val="0"/>
        </a:spcAft>
        <a:defRPr sz="4400">
          <a:solidFill>
            <a:schemeClr val="tx2"/>
          </a:solidFill>
          <a:latin typeface="Times" charset="0"/>
          <a:ea typeface="MS PGothic" pitchFamily="34" charset="-128"/>
          <a:cs typeface="MS PGothic" charset="0"/>
        </a:defRPr>
      </a:lvl5pPr>
      <a:lvl6pPr marL="457200" algn="ctr" rtl="0" eaLnBrk="1" fontAlgn="base" hangingPunct="1">
        <a:spcBef>
          <a:spcPct val="0"/>
        </a:spcBef>
        <a:spcAft>
          <a:spcPct val="0"/>
        </a:spcAft>
        <a:defRPr sz="4400">
          <a:solidFill>
            <a:schemeClr val="tx2"/>
          </a:solidFill>
          <a:latin typeface="Times" charset="0"/>
          <a:ea typeface="ＭＳ Ｐゴシック" charset="0"/>
        </a:defRPr>
      </a:lvl6pPr>
      <a:lvl7pPr marL="914400" algn="ctr" rtl="0" eaLnBrk="1" fontAlgn="base" hangingPunct="1">
        <a:spcBef>
          <a:spcPct val="0"/>
        </a:spcBef>
        <a:spcAft>
          <a:spcPct val="0"/>
        </a:spcAft>
        <a:defRPr sz="4400">
          <a:solidFill>
            <a:schemeClr val="tx2"/>
          </a:solidFill>
          <a:latin typeface="Times" charset="0"/>
          <a:ea typeface="ＭＳ Ｐゴシック" charset="0"/>
        </a:defRPr>
      </a:lvl7pPr>
      <a:lvl8pPr marL="1371600" algn="ctr" rtl="0" eaLnBrk="1" fontAlgn="base" hangingPunct="1">
        <a:spcBef>
          <a:spcPct val="0"/>
        </a:spcBef>
        <a:spcAft>
          <a:spcPct val="0"/>
        </a:spcAft>
        <a:defRPr sz="4400">
          <a:solidFill>
            <a:schemeClr val="tx2"/>
          </a:solidFill>
          <a:latin typeface="Times" charset="0"/>
          <a:ea typeface="ＭＳ Ｐゴシック" charset="0"/>
        </a:defRPr>
      </a:lvl8pPr>
      <a:lvl9pPr marL="1828800" algn="ctr" rtl="0" eaLnBrk="1" fontAlgn="base" hangingPunct="1">
        <a:spcBef>
          <a:spcPct val="0"/>
        </a:spcBef>
        <a:spcAft>
          <a:spcPct val="0"/>
        </a:spcAft>
        <a:defRPr sz="4400">
          <a:solidFill>
            <a:schemeClr val="tx2"/>
          </a:solidFill>
          <a:latin typeface="Times" charset="0"/>
          <a:ea typeface="ＭＳ Ｐゴシック"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S PGothic" pitchFamily="34" charset="-128"/>
          <a:cs typeface="MS PGothic" charset="0"/>
        </a:defRPr>
      </a:lvl1pPr>
      <a:lvl2pPr marL="742950" indent="-285750" algn="l" rtl="0" eaLnBrk="1" fontAlgn="base" hangingPunct="1">
        <a:spcBef>
          <a:spcPct val="20000"/>
        </a:spcBef>
        <a:spcAft>
          <a:spcPct val="0"/>
        </a:spcAft>
        <a:buChar char="–"/>
        <a:defRPr sz="2800">
          <a:solidFill>
            <a:schemeClr val="tx1"/>
          </a:solidFill>
          <a:latin typeface="+mn-lt"/>
          <a:ea typeface="MS PGothic" pitchFamily="34" charset="-128"/>
          <a:cs typeface="MS PGothic" charset="0"/>
        </a:defRPr>
      </a:lvl2pPr>
      <a:lvl3pPr marL="1143000" indent="-228600" algn="l" rtl="0" eaLnBrk="1" fontAlgn="base" hangingPunct="1">
        <a:spcBef>
          <a:spcPct val="20000"/>
        </a:spcBef>
        <a:spcAft>
          <a:spcPct val="0"/>
        </a:spcAft>
        <a:buChar char="•"/>
        <a:defRPr sz="2400">
          <a:solidFill>
            <a:schemeClr val="tx1"/>
          </a:solidFill>
          <a:latin typeface="+mn-lt"/>
          <a:ea typeface="MS PGothic" pitchFamily="34" charset="-128"/>
          <a:cs typeface="MS PGothic" charset="0"/>
        </a:defRPr>
      </a:lvl3pPr>
      <a:lvl4pPr marL="1600200" indent="-228600" algn="l" rtl="0" eaLnBrk="1" fontAlgn="base" hangingPunct="1">
        <a:spcBef>
          <a:spcPct val="20000"/>
        </a:spcBef>
        <a:spcAft>
          <a:spcPct val="0"/>
        </a:spcAft>
        <a:buChar char="–"/>
        <a:defRPr sz="2000">
          <a:solidFill>
            <a:schemeClr val="tx1"/>
          </a:solidFill>
          <a:latin typeface="+mn-lt"/>
          <a:ea typeface="MS PGothic" pitchFamily="34" charset="-128"/>
          <a:cs typeface="MS PGothic" charset="0"/>
        </a:defRPr>
      </a:lvl4pPr>
      <a:lvl5pPr marL="2057400" indent="-228600" algn="l" rtl="0" eaLnBrk="1" fontAlgn="base" hangingPunct="1">
        <a:spcBef>
          <a:spcPct val="20000"/>
        </a:spcBef>
        <a:spcAft>
          <a:spcPct val="0"/>
        </a:spcAft>
        <a:buChar char="»"/>
        <a:defRPr sz="2000">
          <a:solidFill>
            <a:schemeClr val="tx1"/>
          </a:solidFill>
          <a:latin typeface="+mn-lt"/>
          <a:ea typeface="MS PGothic" pitchFamily="34" charset="-128"/>
          <a:cs typeface="MS PGothic"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p:nvPr/>
        </p:nvSpPr>
        <p:spPr>
          <a:xfrm>
            <a:off x="0" y="0"/>
            <a:ext cx="12192000" cy="6858000"/>
          </a:xfrm>
          <a:prstGeom prst="rect">
            <a:avLst/>
          </a:prstGeom>
          <a:solidFill>
            <a:srgbClr val="002E63"/>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a:buNone/>
            </a:pPr>
            <a:endParaRPr sz="2400" b="0" i="0" u="none" strike="noStrike" cap="none" dirty="0">
              <a:solidFill>
                <a:schemeClr val="dk1"/>
              </a:solidFill>
              <a:latin typeface="Times"/>
              <a:ea typeface="Times"/>
              <a:cs typeface="Times"/>
              <a:sym typeface="Times"/>
            </a:endParaRPr>
          </a:p>
        </p:txBody>
      </p:sp>
      <p:sp>
        <p:nvSpPr>
          <p:cNvPr id="2" name="Title 1"/>
          <p:cNvSpPr>
            <a:spLocks noGrp="1"/>
          </p:cNvSpPr>
          <p:nvPr>
            <p:ph type="ctrTitle"/>
          </p:nvPr>
        </p:nvSpPr>
        <p:spPr>
          <a:xfrm>
            <a:off x="1104798" y="1070316"/>
            <a:ext cx="9987341" cy="2179240"/>
          </a:xfrm>
        </p:spPr>
        <p:txBody>
          <a:bodyPr/>
          <a:lstStyle/>
          <a:p>
            <a:r>
              <a:rPr lang="en-US" sz="4000" dirty="0">
                <a:solidFill>
                  <a:schemeClr val="bg1"/>
                </a:solidFill>
                <a:ea typeface="+mj-lt"/>
                <a:cs typeface="+mj-lt"/>
              </a:rPr>
              <a:t>The Relationship Between Average Income Levels and Cultural Engagement (Cinema, Theatre) Across Regions in Turkey</a:t>
            </a:r>
            <a:endParaRPr lang="en-US" sz="4000" dirty="0">
              <a:solidFill>
                <a:schemeClr val="bg1"/>
              </a:solidFill>
            </a:endParaRPr>
          </a:p>
        </p:txBody>
      </p:sp>
      <p:sp>
        <p:nvSpPr>
          <p:cNvPr id="153" name="Google Shape;153;p26"/>
          <p:cNvSpPr txBox="1">
            <a:spLocks noGrp="1"/>
          </p:cNvSpPr>
          <p:nvPr>
            <p:ph type="subTitle" idx="1"/>
          </p:nvPr>
        </p:nvSpPr>
        <p:spPr>
          <a:xfrm>
            <a:off x="2251288" y="5535624"/>
            <a:ext cx="7711200" cy="91183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2400" dirty="0">
                <a:solidFill>
                  <a:schemeClr val="bg1"/>
                </a:solidFill>
                <a:latin typeface="Times New Roman"/>
                <a:ea typeface="Times New Roman"/>
                <a:cs typeface="Times New Roman"/>
                <a:sym typeface="Times New Roman"/>
              </a:rPr>
              <a:t>02.01.2024</a:t>
            </a:r>
          </a:p>
          <a:p>
            <a:pPr>
              <a:spcBef>
                <a:spcPts val="0"/>
              </a:spcBef>
              <a:spcAft>
                <a:spcPts val="0"/>
              </a:spcAft>
            </a:pPr>
            <a:r>
              <a:rPr lang="en-US" sz="2400" dirty="0">
                <a:solidFill>
                  <a:schemeClr val="bg1"/>
                </a:solidFill>
                <a:latin typeface="Times New Roman"/>
                <a:ea typeface="Times New Roman"/>
                <a:cs typeface="Times New Roman"/>
                <a:sym typeface="Times New Roman"/>
              </a:rPr>
              <a:t>ITU Faculty of Computer and Informatics, Istanbul, Turkey</a:t>
            </a:r>
            <a:endParaRPr sz="2400" dirty="0">
              <a:solidFill>
                <a:schemeClr val="bg1"/>
              </a:solidFill>
              <a:latin typeface="Times New Roman"/>
              <a:ea typeface="Times New Roman"/>
              <a:cs typeface="Times New Roman"/>
              <a:sym typeface="Times New Roman"/>
            </a:endParaRPr>
          </a:p>
        </p:txBody>
      </p:sp>
      <p:pic>
        <p:nvPicPr>
          <p:cNvPr id="155" name="Google Shape;155;p26"/>
          <p:cNvPicPr preferRelativeResize="0"/>
          <p:nvPr/>
        </p:nvPicPr>
        <p:blipFill rotWithShape="1">
          <a:blip r:embed="rId3">
            <a:alphaModFix/>
          </a:blip>
          <a:srcRect/>
          <a:stretch/>
        </p:blipFill>
        <p:spPr>
          <a:xfrm>
            <a:off x="10337019" y="167217"/>
            <a:ext cx="1490605" cy="838765"/>
          </a:xfrm>
          <a:prstGeom prst="rect">
            <a:avLst/>
          </a:prstGeom>
          <a:noFill/>
          <a:ln>
            <a:noFill/>
          </a:ln>
        </p:spPr>
      </p:pic>
      <p:sp>
        <p:nvSpPr>
          <p:cNvPr id="6" name="Title 1"/>
          <p:cNvSpPr txBox="1">
            <a:spLocks/>
          </p:cNvSpPr>
          <p:nvPr/>
        </p:nvSpPr>
        <p:spPr bwMode="auto">
          <a:xfrm>
            <a:off x="2569096" y="3801616"/>
            <a:ext cx="7053808" cy="1353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S PGothic" pitchFamily="34" charset="-128"/>
                <a:cs typeface="MS PGothic" charset="0"/>
              </a:defRPr>
            </a:lvl1pPr>
            <a:lvl2pPr algn="ctr" rtl="0" eaLnBrk="0" fontAlgn="base" hangingPunct="0">
              <a:spcBef>
                <a:spcPct val="0"/>
              </a:spcBef>
              <a:spcAft>
                <a:spcPct val="0"/>
              </a:spcAft>
              <a:defRPr sz="4400">
                <a:solidFill>
                  <a:schemeClr val="tx2"/>
                </a:solidFill>
                <a:latin typeface="Times" charset="0"/>
                <a:ea typeface="MS PGothic" pitchFamily="34" charset="-128"/>
                <a:cs typeface="MS PGothic" charset="0"/>
              </a:defRPr>
            </a:lvl2pPr>
            <a:lvl3pPr algn="ctr" rtl="0" eaLnBrk="0" fontAlgn="base" hangingPunct="0">
              <a:spcBef>
                <a:spcPct val="0"/>
              </a:spcBef>
              <a:spcAft>
                <a:spcPct val="0"/>
              </a:spcAft>
              <a:defRPr sz="4400">
                <a:solidFill>
                  <a:schemeClr val="tx2"/>
                </a:solidFill>
                <a:latin typeface="Times" charset="0"/>
                <a:ea typeface="MS PGothic" pitchFamily="34" charset="-128"/>
                <a:cs typeface="MS PGothic" charset="0"/>
              </a:defRPr>
            </a:lvl3pPr>
            <a:lvl4pPr algn="ctr" rtl="0" eaLnBrk="0" fontAlgn="base" hangingPunct="0">
              <a:spcBef>
                <a:spcPct val="0"/>
              </a:spcBef>
              <a:spcAft>
                <a:spcPct val="0"/>
              </a:spcAft>
              <a:defRPr sz="4400">
                <a:solidFill>
                  <a:schemeClr val="tx2"/>
                </a:solidFill>
                <a:latin typeface="Times" charset="0"/>
                <a:ea typeface="MS PGothic" pitchFamily="34" charset="-128"/>
                <a:cs typeface="MS PGothic" charset="0"/>
              </a:defRPr>
            </a:lvl4pPr>
            <a:lvl5pPr algn="ctr" rtl="0" eaLnBrk="0" fontAlgn="base" hangingPunct="0">
              <a:spcBef>
                <a:spcPct val="0"/>
              </a:spcBef>
              <a:spcAft>
                <a:spcPct val="0"/>
              </a:spcAft>
              <a:defRPr sz="4400">
                <a:solidFill>
                  <a:schemeClr val="tx2"/>
                </a:solidFill>
                <a:latin typeface="Times" charset="0"/>
                <a:ea typeface="MS PGothic" pitchFamily="34" charset="-128"/>
                <a:cs typeface="MS PGothic" charset="0"/>
              </a:defRPr>
            </a:lvl5pPr>
            <a:lvl6pPr marL="457200" algn="ctr" rtl="0" fontAlgn="base">
              <a:spcBef>
                <a:spcPct val="0"/>
              </a:spcBef>
              <a:spcAft>
                <a:spcPct val="0"/>
              </a:spcAft>
              <a:defRPr sz="4400">
                <a:solidFill>
                  <a:schemeClr val="tx2"/>
                </a:solidFill>
                <a:latin typeface="Times" charset="0"/>
                <a:ea typeface="ＭＳ Ｐゴシック" charset="0"/>
              </a:defRPr>
            </a:lvl6pPr>
            <a:lvl7pPr marL="914400" algn="ctr" rtl="0" fontAlgn="base">
              <a:spcBef>
                <a:spcPct val="0"/>
              </a:spcBef>
              <a:spcAft>
                <a:spcPct val="0"/>
              </a:spcAft>
              <a:defRPr sz="4400">
                <a:solidFill>
                  <a:schemeClr val="tx2"/>
                </a:solidFill>
                <a:latin typeface="Times" charset="0"/>
                <a:ea typeface="ＭＳ Ｐゴシック" charset="0"/>
              </a:defRPr>
            </a:lvl7pPr>
            <a:lvl8pPr marL="1371600" algn="ctr" rtl="0" fontAlgn="base">
              <a:spcBef>
                <a:spcPct val="0"/>
              </a:spcBef>
              <a:spcAft>
                <a:spcPct val="0"/>
              </a:spcAft>
              <a:defRPr sz="4400">
                <a:solidFill>
                  <a:schemeClr val="tx2"/>
                </a:solidFill>
                <a:latin typeface="Times" charset="0"/>
                <a:ea typeface="ＭＳ Ｐゴシック" charset="0"/>
              </a:defRPr>
            </a:lvl8pPr>
            <a:lvl9pPr marL="1828800" algn="ctr" rtl="0" fontAlgn="base">
              <a:spcBef>
                <a:spcPct val="0"/>
              </a:spcBef>
              <a:spcAft>
                <a:spcPct val="0"/>
              </a:spcAft>
              <a:defRPr sz="4400">
                <a:solidFill>
                  <a:schemeClr val="tx2"/>
                </a:solidFill>
                <a:latin typeface="Times" charset="0"/>
                <a:ea typeface="ＭＳ Ｐゴシック" charset="0"/>
              </a:defRPr>
            </a:lvl9pPr>
          </a:lstStyle>
          <a:p>
            <a:r>
              <a:rPr lang="en-US" sz="2400" b="1" u="sng" kern="0" dirty="0">
                <a:solidFill>
                  <a:schemeClr val="bg1"/>
                </a:solidFill>
                <a:ea typeface="MS PGothic"/>
              </a:rPr>
              <a:t>Presenters:</a:t>
            </a:r>
            <a:endParaRPr lang="en-US" sz="2400">
              <a:solidFill>
                <a:schemeClr val="bg1"/>
              </a:solidFill>
            </a:endParaRPr>
          </a:p>
          <a:p>
            <a:r>
              <a:rPr lang="en-US" sz="2400" kern="0" err="1">
                <a:solidFill>
                  <a:schemeClr val="bg1"/>
                </a:solidFill>
                <a:ea typeface="MS PGothic"/>
              </a:rPr>
              <a:t>Tevhidenur</a:t>
            </a:r>
            <a:r>
              <a:rPr lang="en-US" sz="2400" kern="0" dirty="0">
                <a:solidFill>
                  <a:schemeClr val="bg1"/>
                </a:solidFill>
                <a:ea typeface="MS PGothic"/>
              </a:rPr>
              <a:t> Serdar 150210335</a:t>
            </a:r>
          </a:p>
          <a:p>
            <a:r>
              <a:rPr lang="en-US" sz="2400" kern="0" dirty="0">
                <a:solidFill>
                  <a:schemeClr val="bg1"/>
                </a:solidFill>
                <a:ea typeface="MS PGothic"/>
              </a:rPr>
              <a:t>Emir Zal </a:t>
            </a:r>
            <a:r>
              <a:rPr lang="en-US" sz="2400" kern="0" err="1">
                <a:solidFill>
                  <a:schemeClr val="bg1"/>
                </a:solidFill>
                <a:ea typeface="MS PGothic"/>
              </a:rPr>
              <a:t>Öztunç</a:t>
            </a:r>
            <a:r>
              <a:rPr lang="en-US" sz="2400" kern="0" dirty="0">
                <a:solidFill>
                  <a:schemeClr val="bg1"/>
                </a:solidFill>
                <a:ea typeface="MS PGothic"/>
              </a:rPr>
              <a:t> 150210334</a:t>
            </a:r>
            <a:endParaRPr lang="en-US" sz="2400" kern="0">
              <a:solidFill>
                <a:schemeClr val="bg1"/>
              </a:solidFill>
            </a:endParaRPr>
          </a:p>
        </p:txBody>
      </p:sp>
    </p:spTree>
    <p:extLst>
      <p:ext uri="{BB962C8B-B14F-4D97-AF65-F5344CB8AC3E}">
        <p14:creationId xmlns:p14="http://schemas.microsoft.com/office/powerpoint/2010/main" val="3978164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79376" y="260648"/>
            <a:ext cx="9793088" cy="646212"/>
          </a:xfrm>
        </p:spPr>
        <p:txBody>
          <a:bodyPr/>
          <a:lstStyle/>
          <a:p>
            <a:pPr algn="l"/>
            <a:r>
              <a:rPr lang="en-US" sz="3200" b="1" dirty="0">
                <a:solidFill>
                  <a:schemeClr val="bg1"/>
                </a:solidFill>
                <a:ea typeface="MS PGothic"/>
              </a:rPr>
              <a:t>Problem Definition</a:t>
            </a:r>
            <a:endParaRPr lang="en-US" sz="3200" b="1">
              <a:solidFill>
                <a:schemeClr val="bg1"/>
              </a:solidFill>
            </a:endParaRPr>
          </a:p>
        </p:txBody>
      </p:sp>
      <p:sp>
        <p:nvSpPr>
          <p:cNvPr id="3" name="Content Placeholder 2"/>
          <p:cNvSpPr>
            <a:spLocks noGrp="1"/>
          </p:cNvSpPr>
          <p:nvPr>
            <p:ph idx="1"/>
          </p:nvPr>
        </p:nvSpPr>
        <p:spPr>
          <a:xfrm>
            <a:off x="914805" y="1565176"/>
            <a:ext cx="10362391" cy="4683224"/>
          </a:xfrm>
        </p:spPr>
        <p:txBody>
          <a:bodyPr vert="horz" wrap="square" lIns="91440" tIns="45720" rIns="91440" bIns="45720" numCol="1" anchor="ctr" anchorCtr="0" compatLnSpc="1">
            <a:prstTxWarp prst="textNoShape">
              <a:avLst/>
            </a:prstTxWarp>
          </a:bodyPr>
          <a:lstStyle/>
          <a:p>
            <a:pPr marL="0" indent="0">
              <a:buNone/>
            </a:pPr>
            <a:r>
              <a:rPr lang="en-US" sz="2800" dirty="0">
                <a:ea typeface="+mn-lt"/>
                <a:cs typeface="+mn-lt"/>
              </a:rPr>
              <a:t>The study formally addresses the question of how average income levels affect cultural engagement, specifically in terms of cinema and theatre participation, in different regions of Turkey. </a:t>
            </a:r>
            <a:endParaRPr lang="en-US" sz="2800"/>
          </a:p>
        </p:txBody>
      </p:sp>
      <p:sp>
        <p:nvSpPr>
          <p:cNvPr id="4" name="Slide Number Placeholder 3"/>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1</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3501270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687C2-C56E-93EE-B3CE-FA95AD47B15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0A16589-CA7E-B1F0-E277-88844C78A6C6}"/>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S PGothic"/>
                <a:cs typeface="Times"/>
              </a:rPr>
              <a:t>Datasets and Sources </a:t>
            </a:r>
            <a:endParaRPr lang="en-US" dirty="0">
              <a:solidFill>
                <a:schemeClr val="bg1"/>
              </a:solidFill>
            </a:endParaRPr>
          </a:p>
        </p:txBody>
      </p:sp>
      <p:sp>
        <p:nvSpPr>
          <p:cNvPr id="3" name="Content Placeholder 2">
            <a:extLst>
              <a:ext uri="{FF2B5EF4-FFF2-40B4-BE49-F238E27FC236}">
                <a16:creationId xmlns:a16="http://schemas.microsoft.com/office/drawing/2014/main" id="{6882019A-861F-3214-A244-24E001EC29DB}"/>
              </a:ext>
            </a:extLst>
          </p:cNvPr>
          <p:cNvSpPr>
            <a:spLocks noGrp="1"/>
          </p:cNvSpPr>
          <p:nvPr>
            <p:ph idx="1"/>
          </p:nvPr>
        </p:nvSpPr>
        <p:spPr>
          <a:xfrm>
            <a:off x="914805" y="1391004"/>
            <a:ext cx="10362391" cy="4792082"/>
          </a:xfrm>
        </p:spPr>
        <p:txBody>
          <a:bodyPr vert="horz" wrap="square" lIns="91440" tIns="45720" rIns="91440" bIns="45720" numCol="1" anchor="t" anchorCtr="0" compatLnSpc="1">
            <a:prstTxWarp prst="textNoShape">
              <a:avLst/>
            </a:prstTxWarp>
          </a:bodyPr>
          <a:lstStyle/>
          <a:p>
            <a:pPr marL="514350" indent="-514350">
              <a:buFont typeface="Wingdings"/>
              <a:buChar char="§"/>
            </a:pPr>
            <a:r>
              <a:rPr lang="en-US" sz="2000" b="1" dirty="0">
                <a:ea typeface="+mn-lt"/>
                <a:cs typeface="+mn-lt"/>
              </a:rPr>
              <a:t>Income rate (TUİK)</a:t>
            </a:r>
          </a:p>
          <a:p>
            <a:pPr marL="0" indent="0">
              <a:buNone/>
            </a:pPr>
            <a:r>
              <a:rPr lang="en-US" sz="1800" dirty="0">
                <a:ea typeface="+mn-lt"/>
                <a:cs typeface="+mn-lt"/>
              </a:rPr>
              <a:t>Distribution of annual household disposable income by equivalent household disposable individual income across 11 regions from 2014 to 2022 (average, try) </a:t>
            </a:r>
          </a:p>
          <a:p>
            <a:pPr marL="0" indent="0">
              <a:buNone/>
            </a:pPr>
            <a:endParaRPr lang="en-US" sz="1800" dirty="0">
              <a:ea typeface="+mn-lt"/>
              <a:cs typeface="+mn-lt"/>
            </a:endParaRPr>
          </a:p>
          <a:p>
            <a:pPr marL="514350" indent="-514350">
              <a:buFont typeface="Wingdings"/>
              <a:buChar char="§"/>
            </a:pPr>
            <a:r>
              <a:rPr lang="en-US" sz="2000" b="1" dirty="0">
                <a:ea typeface="+mn-lt"/>
                <a:cs typeface="+mn-lt"/>
              </a:rPr>
              <a:t>Population (TUİK)</a:t>
            </a:r>
          </a:p>
          <a:p>
            <a:pPr marL="0" indent="0">
              <a:buNone/>
            </a:pPr>
            <a:r>
              <a:rPr lang="en-US" sz="1800" dirty="0">
                <a:ea typeface="+mn-lt"/>
                <a:cs typeface="+mn-lt"/>
              </a:rPr>
              <a:t>This dataset gives </a:t>
            </a:r>
            <a:r>
              <a:rPr lang="en-US" sz="1800" err="1">
                <a:ea typeface="+mn-lt"/>
                <a:cs typeface="+mn-lt"/>
              </a:rPr>
              <a:t>informations</a:t>
            </a:r>
            <a:r>
              <a:rPr lang="en-US" sz="1800" dirty="0">
                <a:ea typeface="+mn-lt"/>
                <a:cs typeface="+mn-lt"/>
              </a:rPr>
              <a:t> about population across 11 regions of residence from 2014 to 2022</a:t>
            </a:r>
          </a:p>
          <a:p>
            <a:pPr marL="0" indent="0">
              <a:buNone/>
            </a:pPr>
            <a:endParaRPr lang="en-US" sz="1800" dirty="0">
              <a:cs typeface="Times"/>
            </a:endParaRPr>
          </a:p>
          <a:p>
            <a:pPr marL="514350" indent="-514350">
              <a:buFont typeface="Wingdings"/>
              <a:buChar char="§"/>
            </a:pPr>
            <a:r>
              <a:rPr lang="en-US" sz="2000" b="1" dirty="0">
                <a:ea typeface="+mn-lt"/>
                <a:cs typeface="+mn-lt"/>
              </a:rPr>
              <a:t>Number of cinema </a:t>
            </a:r>
            <a:r>
              <a:rPr lang="en-US" sz="2000" b="1" dirty="0" err="1">
                <a:ea typeface="+mn-lt"/>
                <a:cs typeface="+mn-lt"/>
              </a:rPr>
              <a:t>audiances</a:t>
            </a:r>
            <a:r>
              <a:rPr lang="en-US" sz="2000" b="1" dirty="0">
                <a:ea typeface="+mn-lt"/>
                <a:cs typeface="+mn-lt"/>
              </a:rPr>
              <a:t> (TUİK)</a:t>
            </a:r>
          </a:p>
          <a:p>
            <a:pPr marL="0" indent="0">
              <a:buNone/>
            </a:pPr>
            <a:r>
              <a:rPr lang="en-US" sz="1800" dirty="0">
                <a:ea typeface="+mn-lt"/>
                <a:cs typeface="+mn-lt"/>
              </a:rPr>
              <a:t>Annual total number of cinema audiences across the 11 regions in Turkey from 2014 to 2022 </a:t>
            </a:r>
          </a:p>
          <a:p>
            <a:pPr marL="0" indent="0">
              <a:buNone/>
            </a:pPr>
            <a:endParaRPr lang="en-US" sz="1800" dirty="0">
              <a:ea typeface="+mn-lt"/>
              <a:cs typeface="+mn-lt"/>
            </a:endParaRPr>
          </a:p>
          <a:p>
            <a:pPr marL="514350" indent="-514350">
              <a:buFont typeface="Wingdings"/>
              <a:buChar char="§"/>
            </a:pPr>
            <a:r>
              <a:rPr lang="en-US" sz="2000" b="1" dirty="0">
                <a:ea typeface="+mn-lt"/>
                <a:cs typeface="+mn-lt"/>
              </a:rPr>
              <a:t>Number of theatre </a:t>
            </a:r>
            <a:r>
              <a:rPr lang="en-US" sz="2000" b="1" dirty="0" err="1">
                <a:ea typeface="+mn-lt"/>
                <a:cs typeface="+mn-lt"/>
              </a:rPr>
              <a:t>audiances</a:t>
            </a:r>
            <a:r>
              <a:rPr lang="en-US" sz="2000" dirty="0">
                <a:ea typeface="+mn-lt"/>
                <a:cs typeface="+mn-lt"/>
              </a:rPr>
              <a:t> </a:t>
            </a:r>
            <a:r>
              <a:rPr lang="en-US" sz="2000" b="1" dirty="0">
                <a:ea typeface="+mn-lt"/>
                <a:cs typeface="+mn-lt"/>
              </a:rPr>
              <a:t>(TUİK)</a:t>
            </a:r>
          </a:p>
          <a:p>
            <a:pPr marL="0" indent="0">
              <a:buNone/>
            </a:pPr>
            <a:r>
              <a:rPr lang="en-US" sz="1800" dirty="0">
                <a:ea typeface="+mn-lt"/>
                <a:cs typeface="+mn-lt"/>
              </a:rPr>
              <a:t>Annual total number of theatre audiences across the 11 regions in Turkey from 2014 to 2022</a:t>
            </a:r>
            <a:endParaRPr lang="en-US" sz="1800" dirty="0">
              <a:cs typeface="Times"/>
            </a:endParaRPr>
          </a:p>
          <a:p>
            <a:pPr marL="0" indent="0">
              <a:buNone/>
            </a:pPr>
            <a:endParaRPr lang="en-US" sz="1800" dirty="0">
              <a:ea typeface="+mn-lt"/>
              <a:cs typeface="+mn-lt"/>
            </a:endParaRPr>
          </a:p>
          <a:p>
            <a:pPr marL="514350" indent="-514350">
              <a:buFont typeface="Wingdings"/>
              <a:buChar char="§"/>
            </a:pPr>
            <a:r>
              <a:rPr lang="en-US" sz="2000" b="1" dirty="0">
                <a:ea typeface="+mn-lt"/>
                <a:cs typeface="+mn-lt"/>
              </a:rPr>
              <a:t>Map of Turkey</a:t>
            </a:r>
          </a:p>
          <a:p>
            <a:pPr marL="0" indent="0">
              <a:buNone/>
            </a:pPr>
            <a:endParaRPr lang="en-US" sz="1800" dirty="0">
              <a:ea typeface="+mn-lt"/>
              <a:cs typeface="+mn-lt"/>
            </a:endParaRPr>
          </a:p>
          <a:p>
            <a:pPr marL="0" indent="0">
              <a:buNone/>
            </a:pPr>
            <a:endParaRPr lang="en-US" sz="1800" dirty="0">
              <a:ea typeface="+mn-lt"/>
              <a:cs typeface="+mn-lt"/>
            </a:endParaRPr>
          </a:p>
          <a:p>
            <a:pPr marL="0" indent="0">
              <a:buNone/>
            </a:pPr>
            <a:endParaRPr lang="en-US" sz="1800" dirty="0">
              <a:ea typeface="+mn-lt"/>
              <a:cs typeface="+mn-lt"/>
            </a:endParaRPr>
          </a:p>
        </p:txBody>
      </p:sp>
      <p:sp>
        <p:nvSpPr>
          <p:cNvPr id="4" name="Slide Number Placeholder 3">
            <a:extLst>
              <a:ext uri="{FF2B5EF4-FFF2-40B4-BE49-F238E27FC236}">
                <a16:creationId xmlns:a16="http://schemas.microsoft.com/office/drawing/2014/main" id="{867D5360-84D7-E113-054F-82272E0DC421}"/>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2</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2986236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5C453-2B70-9F20-B58D-748C3A8E797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4718095-7CE1-2FAB-3257-9A6A27AD1AC8}"/>
              </a:ext>
            </a:extLst>
          </p:cNvPr>
          <p:cNvSpPr>
            <a:spLocks noGrp="1"/>
          </p:cNvSpPr>
          <p:nvPr>
            <p:ph type="title"/>
          </p:nvPr>
        </p:nvSpPr>
        <p:spPr>
          <a:xfrm>
            <a:off x="479376" y="260648"/>
            <a:ext cx="9793088" cy="646212"/>
          </a:xfrm>
        </p:spPr>
        <p:txBody>
          <a:bodyPr/>
          <a:lstStyle/>
          <a:p>
            <a:pPr algn="l"/>
            <a:r>
              <a:rPr lang="en-US" sz="3200" b="1" dirty="0">
                <a:solidFill>
                  <a:srgbClr val="FFFFFF"/>
                </a:solidFill>
                <a:ea typeface="+mj-lt"/>
                <a:cs typeface="+mj-lt"/>
              </a:rPr>
              <a:t>EDA (Exploratory Data Analysis)</a:t>
            </a:r>
            <a:endParaRPr lang="en-US" dirty="0"/>
          </a:p>
        </p:txBody>
      </p:sp>
      <p:pic>
        <p:nvPicPr>
          <p:cNvPr id="2" name="Content Placeholder 1" descr="A map of turkey with different shades of red&#10;&#10;Description automatically generated">
            <a:extLst>
              <a:ext uri="{FF2B5EF4-FFF2-40B4-BE49-F238E27FC236}">
                <a16:creationId xmlns:a16="http://schemas.microsoft.com/office/drawing/2014/main" id="{09C628B8-1056-7D63-E951-57E5F2FD9147}"/>
              </a:ext>
            </a:extLst>
          </p:cNvPr>
          <p:cNvPicPr>
            <a:picLocks noGrp="1" noChangeAspect="1"/>
          </p:cNvPicPr>
          <p:nvPr>
            <p:ph idx="1"/>
          </p:nvPr>
        </p:nvPicPr>
        <p:blipFill>
          <a:blip r:embed="rId2"/>
          <a:stretch>
            <a:fillRect/>
          </a:stretch>
        </p:blipFill>
        <p:spPr>
          <a:xfrm>
            <a:off x="478972" y="1930939"/>
            <a:ext cx="5181600" cy="3244124"/>
          </a:xfrm>
        </p:spPr>
      </p:pic>
      <p:sp>
        <p:nvSpPr>
          <p:cNvPr id="4" name="Slide Number Placeholder 3">
            <a:extLst>
              <a:ext uri="{FF2B5EF4-FFF2-40B4-BE49-F238E27FC236}">
                <a16:creationId xmlns:a16="http://schemas.microsoft.com/office/drawing/2014/main" id="{9BF7C0C3-1F5F-A2A9-003E-056898D7207B}"/>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3</a:t>
            </a:fld>
            <a:endParaRPr lang="en-US" altLang="en-US">
              <a:solidFill>
                <a:schemeClr val="accent2"/>
              </a:solidFill>
              <a:latin typeface="Times"/>
              <a:ea typeface="MS PGothic"/>
              <a:cs typeface="Times"/>
            </a:endParaRPr>
          </a:p>
        </p:txBody>
      </p:sp>
      <p:pic>
        <p:nvPicPr>
          <p:cNvPr id="5" name="Picture 4" descr="A map of different colored countries/regions&#10;&#10;Description automatically generated">
            <a:extLst>
              <a:ext uri="{FF2B5EF4-FFF2-40B4-BE49-F238E27FC236}">
                <a16:creationId xmlns:a16="http://schemas.microsoft.com/office/drawing/2014/main" id="{1CEF383C-C49F-4B49-EA97-4DDE6C246279}"/>
              </a:ext>
            </a:extLst>
          </p:cNvPr>
          <p:cNvPicPr>
            <a:picLocks noChangeAspect="1"/>
          </p:cNvPicPr>
          <p:nvPr/>
        </p:nvPicPr>
        <p:blipFill>
          <a:blip r:embed="rId3"/>
          <a:stretch>
            <a:fillRect/>
          </a:stretch>
        </p:blipFill>
        <p:spPr>
          <a:xfrm>
            <a:off x="6150429" y="1934688"/>
            <a:ext cx="5181600" cy="3249881"/>
          </a:xfrm>
          <a:prstGeom prst="rect">
            <a:avLst/>
          </a:prstGeom>
        </p:spPr>
      </p:pic>
      <p:sp>
        <p:nvSpPr>
          <p:cNvPr id="7" name="TextBox 6">
            <a:extLst>
              <a:ext uri="{FF2B5EF4-FFF2-40B4-BE49-F238E27FC236}">
                <a16:creationId xmlns:a16="http://schemas.microsoft.com/office/drawing/2014/main" id="{27858A7E-F5FC-E46D-742A-C2785854D343}"/>
              </a:ext>
            </a:extLst>
          </p:cNvPr>
          <p:cNvSpPr txBox="1"/>
          <p:nvPr/>
        </p:nvSpPr>
        <p:spPr>
          <a:xfrm>
            <a:off x="604157" y="1360714"/>
            <a:ext cx="1014820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Times"/>
                <a:ea typeface="MS PGothic"/>
                <a:cs typeface="Times"/>
              </a:rPr>
              <a:t>Let's visually explore the geographical nuances through two parallel maps:</a:t>
            </a:r>
            <a:endParaRPr lang="en-US" sz="2200" dirty="0">
              <a:ea typeface="MS PGothic"/>
              <a:cs typeface="Times"/>
            </a:endParaRPr>
          </a:p>
        </p:txBody>
      </p:sp>
      <p:sp>
        <p:nvSpPr>
          <p:cNvPr id="10" name="TextBox 9">
            <a:extLst>
              <a:ext uri="{FF2B5EF4-FFF2-40B4-BE49-F238E27FC236}">
                <a16:creationId xmlns:a16="http://schemas.microsoft.com/office/drawing/2014/main" id="{DE379292-3814-91C2-AEBF-293F1CD792C8}"/>
              </a:ext>
            </a:extLst>
          </p:cNvPr>
          <p:cNvSpPr txBox="1"/>
          <p:nvPr/>
        </p:nvSpPr>
        <p:spPr>
          <a:xfrm>
            <a:off x="604157" y="5412920"/>
            <a:ext cx="1073331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a:ea typeface="MS PGothic"/>
                <a:cs typeface="Times"/>
              </a:rPr>
              <a:t>Colorization mirrors income levels and cultural activity attendance, allowing for a comparative analysis.</a:t>
            </a:r>
            <a:endParaRPr lang="en-US" dirty="0">
              <a:latin typeface="Times"/>
              <a:ea typeface="MS PGothic"/>
            </a:endParaRPr>
          </a:p>
        </p:txBody>
      </p:sp>
    </p:spTree>
    <p:extLst>
      <p:ext uri="{BB962C8B-B14F-4D97-AF65-F5344CB8AC3E}">
        <p14:creationId xmlns:p14="http://schemas.microsoft.com/office/powerpoint/2010/main" val="272149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E48CA-7003-72DE-28E0-A71DD6279AE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25DFEFF-A5AD-045E-FEA9-4EEEA634BF3E}"/>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1</a:t>
            </a:r>
            <a:endParaRPr lang="en-US" dirty="0">
              <a:solidFill>
                <a:schemeClr val="bg1"/>
              </a:solidFill>
            </a:endParaRPr>
          </a:p>
        </p:txBody>
      </p:sp>
      <p:sp>
        <p:nvSpPr>
          <p:cNvPr id="3" name="Content Placeholder 2">
            <a:extLst>
              <a:ext uri="{FF2B5EF4-FFF2-40B4-BE49-F238E27FC236}">
                <a16:creationId xmlns:a16="http://schemas.microsoft.com/office/drawing/2014/main" id="{D7FC760E-50F0-2224-5B5A-A09166169B75}"/>
              </a:ext>
            </a:extLst>
          </p:cNvPr>
          <p:cNvSpPr>
            <a:spLocks noGrp="1"/>
          </p:cNvSpPr>
          <p:nvPr>
            <p:ph idx="1"/>
          </p:nvPr>
        </p:nvSpPr>
        <p:spPr>
          <a:xfrm>
            <a:off x="914805" y="1565176"/>
            <a:ext cx="10362391" cy="4683224"/>
          </a:xfrm>
        </p:spPr>
        <p:txBody>
          <a:bodyPr vert="horz" wrap="square" lIns="91440" tIns="45720" rIns="91440" bIns="45720" numCol="1" anchor="t" anchorCtr="0" compatLnSpc="1">
            <a:prstTxWarp prst="textNoShape">
              <a:avLst/>
            </a:prstTxWarp>
          </a:bodyPr>
          <a:lstStyle/>
          <a:p>
            <a:pPr marL="0" indent="0">
              <a:buNone/>
            </a:pPr>
            <a:r>
              <a:rPr lang="en-US" sz="2400" b="1" dirty="0">
                <a:ea typeface="MS PGothic"/>
                <a:cs typeface="Times"/>
              </a:rPr>
              <a:t>Question:</a:t>
            </a:r>
            <a:endParaRPr lang="en-US" sz="2400" dirty="0">
              <a:ea typeface="MS PGothic"/>
              <a:cs typeface="Times"/>
            </a:endParaRPr>
          </a:p>
          <a:p>
            <a:pPr marL="0" indent="0">
              <a:buNone/>
            </a:pPr>
            <a:r>
              <a:rPr lang="en-US" sz="2200" dirty="0">
                <a:ea typeface="MS PGothic"/>
                <a:cs typeface="Times"/>
              </a:rPr>
              <a:t>What is the relationship between average income levels in different regions and participation in cinema and theatre activities?</a:t>
            </a:r>
          </a:p>
          <a:p>
            <a:pPr marL="0" indent="0">
              <a:buNone/>
            </a:pPr>
            <a:endParaRPr lang="en-US" sz="2200" dirty="0">
              <a:ea typeface="MS PGothic"/>
              <a:cs typeface="Times"/>
            </a:endParaRPr>
          </a:p>
          <a:p>
            <a:pPr marL="0" indent="0">
              <a:buNone/>
            </a:pPr>
            <a:r>
              <a:rPr lang="en-US" sz="2400" b="1" dirty="0">
                <a:ea typeface="MS PGothic"/>
                <a:cs typeface="Times"/>
              </a:rPr>
              <a:t>Hypothesis: </a:t>
            </a:r>
            <a:endParaRPr lang="en-US" sz="2400" dirty="0">
              <a:ea typeface="MS PGothic"/>
              <a:cs typeface="Times"/>
            </a:endParaRPr>
          </a:p>
          <a:p>
            <a:pPr marL="0" indent="0">
              <a:buNone/>
            </a:pPr>
            <a:r>
              <a:rPr lang="en-US" sz="2200" dirty="0">
                <a:ea typeface="MS PGothic"/>
                <a:cs typeface="Times"/>
              </a:rPr>
              <a:t>Higher average income levels in regions correspond to increased participation in cinema and theatre activities.</a:t>
            </a:r>
          </a:p>
          <a:p>
            <a:pPr marL="0" indent="0">
              <a:buNone/>
            </a:pPr>
            <a:endParaRPr lang="en-US" sz="2200" dirty="0">
              <a:ea typeface="MS PGothic"/>
              <a:cs typeface="Times"/>
            </a:endParaRPr>
          </a:p>
          <a:p>
            <a:pPr marL="0" indent="0">
              <a:buNone/>
            </a:pPr>
            <a:r>
              <a:rPr lang="en-US" sz="2400" b="1" dirty="0">
                <a:ea typeface="MS PGothic"/>
                <a:cs typeface="Times"/>
              </a:rPr>
              <a:t>Statistical Test: </a:t>
            </a:r>
          </a:p>
          <a:p>
            <a:pPr marL="0" indent="0">
              <a:buNone/>
            </a:pPr>
            <a:r>
              <a:rPr lang="en-US" sz="2200" dirty="0">
                <a:ea typeface="MS PGothic"/>
                <a:cs typeface="Times"/>
              </a:rPr>
              <a:t>Using a scatter chart with linear regression to assess the strength and direction of the linear relationship between average income levels and the number of cinema and theatre audiences.</a:t>
            </a:r>
            <a:endParaRPr lang="en-US" sz="2200" dirty="0">
              <a:ea typeface="MS PGothic"/>
            </a:endParaRPr>
          </a:p>
        </p:txBody>
      </p:sp>
      <p:sp>
        <p:nvSpPr>
          <p:cNvPr id="4" name="Slide Number Placeholder 3">
            <a:extLst>
              <a:ext uri="{FF2B5EF4-FFF2-40B4-BE49-F238E27FC236}">
                <a16:creationId xmlns:a16="http://schemas.microsoft.com/office/drawing/2014/main" id="{62A9079E-3319-8A2F-B149-406C00A2542C}"/>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4</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3985394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34B5-A5D9-171B-602A-BB64D5CA8DF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6321C8A-227E-90CA-9BAA-70980319DD5D}"/>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1</a:t>
            </a:r>
            <a:endParaRPr lang="en-US" dirty="0">
              <a:solidFill>
                <a:schemeClr val="bg1"/>
              </a:solidFill>
            </a:endParaRPr>
          </a:p>
        </p:txBody>
      </p:sp>
      <p:sp>
        <p:nvSpPr>
          <p:cNvPr id="3" name="Content Placeholder 2">
            <a:extLst>
              <a:ext uri="{FF2B5EF4-FFF2-40B4-BE49-F238E27FC236}">
                <a16:creationId xmlns:a16="http://schemas.microsoft.com/office/drawing/2014/main" id="{61E539FC-D70C-A91F-03D8-A7A22D8C5E32}"/>
              </a:ext>
            </a:extLst>
          </p:cNvPr>
          <p:cNvSpPr>
            <a:spLocks noGrp="1"/>
          </p:cNvSpPr>
          <p:nvPr>
            <p:ph idx="1"/>
          </p:nvPr>
        </p:nvSpPr>
        <p:spPr>
          <a:xfrm>
            <a:off x="751518" y="1238605"/>
            <a:ext cx="10090249" cy="481339"/>
          </a:xfrm>
        </p:spPr>
        <p:txBody>
          <a:bodyPr vert="horz" wrap="square" lIns="91440" tIns="45720" rIns="91440" bIns="45720" numCol="1" anchor="t" anchorCtr="0" compatLnSpc="1">
            <a:prstTxWarp prst="textNoShape">
              <a:avLst/>
            </a:prstTxWarp>
          </a:bodyPr>
          <a:lstStyle/>
          <a:p>
            <a:pPr marL="0" indent="0">
              <a:buNone/>
            </a:pPr>
            <a:r>
              <a:rPr lang="en-US" sz="2400" b="1" dirty="0">
                <a:ea typeface="+mn-lt"/>
                <a:cs typeface="+mn-lt"/>
              </a:rPr>
              <a:t>Results:</a:t>
            </a:r>
            <a:endParaRPr lang="en-US" sz="2400" b="1" dirty="0">
              <a:cs typeface="+mn-lt"/>
            </a:endParaRPr>
          </a:p>
          <a:p>
            <a:pPr marL="0" indent="0">
              <a:buNone/>
            </a:pPr>
            <a:endParaRPr lang="en-US" sz="2400" b="1" dirty="0">
              <a:latin typeface="Times"/>
              <a:ea typeface="MS PGothic"/>
              <a:cs typeface="Times"/>
            </a:endParaRPr>
          </a:p>
          <a:p>
            <a:pPr marL="0" indent="0">
              <a:buNone/>
            </a:pPr>
            <a:endParaRPr lang="en-US" sz="2400" b="1" dirty="0">
              <a:latin typeface="Times"/>
              <a:ea typeface="MS PGothic"/>
              <a:cs typeface="Times"/>
            </a:endParaRPr>
          </a:p>
        </p:txBody>
      </p:sp>
      <p:sp>
        <p:nvSpPr>
          <p:cNvPr id="4" name="Slide Number Placeholder 3">
            <a:extLst>
              <a:ext uri="{FF2B5EF4-FFF2-40B4-BE49-F238E27FC236}">
                <a16:creationId xmlns:a16="http://schemas.microsoft.com/office/drawing/2014/main" id="{5BE85766-51B4-10C7-D94A-4EF6832B399C}"/>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5</a:t>
            </a:fld>
            <a:endParaRPr lang="en-US" altLang="en-US">
              <a:solidFill>
                <a:schemeClr val="accent2"/>
              </a:solidFill>
              <a:latin typeface="Times"/>
              <a:ea typeface="MS PGothic"/>
              <a:cs typeface="Times"/>
            </a:endParaRPr>
          </a:p>
        </p:txBody>
      </p:sp>
      <p:sp>
        <p:nvSpPr>
          <p:cNvPr id="7" name="TextBox 6">
            <a:extLst>
              <a:ext uri="{FF2B5EF4-FFF2-40B4-BE49-F238E27FC236}">
                <a16:creationId xmlns:a16="http://schemas.microsoft.com/office/drawing/2014/main" id="{ACC40910-B392-D33D-C27F-3571EF3E6014}"/>
              </a:ext>
            </a:extLst>
          </p:cNvPr>
          <p:cNvSpPr txBox="1"/>
          <p:nvPr/>
        </p:nvSpPr>
        <p:spPr>
          <a:xfrm>
            <a:off x="751114" y="5959928"/>
            <a:ext cx="883103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a:ea typeface="MS PGothic"/>
                <a:cs typeface="Times"/>
              </a:rPr>
              <a:t>Slope of the linear regression line: 1.9016012485187965e-05</a:t>
            </a:r>
            <a:endParaRPr lang="en-US" sz="2000" dirty="0">
              <a:cs typeface="Times"/>
            </a:endParaRPr>
          </a:p>
        </p:txBody>
      </p:sp>
      <p:pic>
        <p:nvPicPr>
          <p:cNvPr id="2" name="Picture 1" descr="A graph with colored dots and lines&#10;&#10;Description automatically generated">
            <a:extLst>
              <a:ext uri="{FF2B5EF4-FFF2-40B4-BE49-F238E27FC236}">
                <a16:creationId xmlns:a16="http://schemas.microsoft.com/office/drawing/2014/main" id="{02557C7C-7B9C-07D3-9BC7-D017311E05F6}"/>
              </a:ext>
            </a:extLst>
          </p:cNvPr>
          <p:cNvPicPr>
            <a:picLocks noChangeAspect="1"/>
          </p:cNvPicPr>
          <p:nvPr/>
        </p:nvPicPr>
        <p:blipFill>
          <a:blip r:embed="rId2"/>
          <a:stretch>
            <a:fillRect/>
          </a:stretch>
        </p:blipFill>
        <p:spPr>
          <a:xfrm>
            <a:off x="1861457" y="1552615"/>
            <a:ext cx="8469086" cy="4275284"/>
          </a:xfrm>
          <a:prstGeom prst="rect">
            <a:avLst/>
          </a:prstGeom>
        </p:spPr>
      </p:pic>
    </p:spTree>
    <p:extLst>
      <p:ext uri="{BB962C8B-B14F-4D97-AF65-F5344CB8AC3E}">
        <p14:creationId xmlns:p14="http://schemas.microsoft.com/office/powerpoint/2010/main" val="412583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A3E8D-9DF7-DB5F-0CDF-A09FD2E2061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328A768-98E3-4F0E-799E-01D86EBAC181}"/>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2</a:t>
            </a:r>
            <a:endParaRPr lang="en-US" dirty="0">
              <a:solidFill>
                <a:schemeClr val="bg1"/>
              </a:solidFill>
            </a:endParaRPr>
          </a:p>
        </p:txBody>
      </p:sp>
      <p:sp>
        <p:nvSpPr>
          <p:cNvPr id="3" name="Content Placeholder 2">
            <a:extLst>
              <a:ext uri="{FF2B5EF4-FFF2-40B4-BE49-F238E27FC236}">
                <a16:creationId xmlns:a16="http://schemas.microsoft.com/office/drawing/2014/main" id="{0DE7589F-F421-C6C7-7310-8B8DADCC75EF}"/>
              </a:ext>
            </a:extLst>
          </p:cNvPr>
          <p:cNvSpPr>
            <a:spLocks noGrp="1"/>
          </p:cNvSpPr>
          <p:nvPr>
            <p:ph idx="1"/>
          </p:nvPr>
        </p:nvSpPr>
        <p:spPr>
          <a:xfrm>
            <a:off x="914805" y="1565176"/>
            <a:ext cx="10362391" cy="4683224"/>
          </a:xfrm>
        </p:spPr>
        <p:txBody>
          <a:bodyPr vert="horz" wrap="square" lIns="91440" tIns="45720" rIns="91440" bIns="45720" numCol="1" anchor="t" anchorCtr="0" compatLnSpc="1">
            <a:prstTxWarp prst="textNoShape">
              <a:avLst/>
            </a:prstTxWarp>
          </a:bodyPr>
          <a:lstStyle/>
          <a:p>
            <a:pPr marL="0" indent="0">
              <a:buNone/>
            </a:pPr>
            <a:r>
              <a:rPr lang="en-US" sz="2400" b="1" dirty="0">
                <a:ea typeface="MS PGothic"/>
                <a:cs typeface="Times"/>
              </a:rPr>
              <a:t>Question:</a:t>
            </a:r>
            <a:endParaRPr lang="en-US" sz="2400" dirty="0">
              <a:ea typeface="MS PGothic"/>
              <a:cs typeface="Times"/>
            </a:endParaRPr>
          </a:p>
          <a:p>
            <a:pPr marL="0" indent="0">
              <a:buNone/>
            </a:pPr>
            <a:r>
              <a:rPr lang="en-US" sz="2200" dirty="0">
                <a:solidFill>
                  <a:srgbClr val="000000"/>
                </a:solidFill>
                <a:ea typeface="+mn-lt"/>
                <a:cs typeface="+mn-lt"/>
              </a:rPr>
              <a:t>How much are cinema and theatre affected by average income levels separately? Which one is affected more by income level?</a:t>
            </a:r>
            <a:endParaRPr lang="en-US" dirty="0"/>
          </a:p>
          <a:p>
            <a:pPr marL="0" indent="0">
              <a:buNone/>
            </a:pPr>
            <a:endParaRPr lang="en-US" sz="2200" dirty="0">
              <a:ea typeface="MS PGothic"/>
              <a:cs typeface="Times"/>
            </a:endParaRPr>
          </a:p>
          <a:p>
            <a:pPr marL="0" indent="0">
              <a:buNone/>
            </a:pPr>
            <a:r>
              <a:rPr lang="en-US" sz="2400" b="1" dirty="0">
                <a:ea typeface="MS PGothic"/>
                <a:cs typeface="Times"/>
              </a:rPr>
              <a:t>Hypothesis: </a:t>
            </a:r>
            <a:endParaRPr lang="en-US" sz="2400" dirty="0">
              <a:ea typeface="MS PGothic"/>
              <a:cs typeface="Times"/>
            </a:endParaRPr>
          </a:p>
          <a:p>
            <a:pPr marL="0" indent="0">
              <a:buNone/>
            </a:pPr>
            <a:r>
              <a:rPr lang="en-US" sz="2200" dirty="0">
                <a:solidFill>
                  <a:srgbClr val="000000"/>
                </a:solidFill>
                <a:ea typeface="MS PGothic"/>
                <a:cs typeface="+mn-lt"/>
              </a:rPr>
              <a:t>Cinema and theatre participation are positively correlated with average income levels, but theatre is more affected than cinema.</a:t>
            </a:r>
            <a:endParaRPr lang="en-US" dirty="0"/>
          </a:p>
          <a:p>
            <a:pPr marL="0" indent="0">
              <a:buNone/>
            </a:pPr>
            <a:endParaRPr lang="en-US" sz="2200" dirty="0">
              <a:ea typeface="MS PGothic"/>
              <a:cs typeface="Times"/>
            </a:endParaRPr>
          </a:p>
          <a:p>
            <a:pPr marL="0" indent="0">
              <a:buNone/>
            </a:pPr>
            <a:r>
              <a:rPr lang="en-US" sz="2400" b="1" dirty="0">
                <a:ea typeface="MS PGothic"/>
                <a:cs typeface="Times"/>
              </a:rPr>
              <a:t>Statistical Test: </a:t>
            </a:r>
          </a:p>
          <a:p>
            <a:pPr marL="0" indent="0">
              <a:buNone/>
            </a:pPr>
            <a:r>
              <a:rPr lang="en-US" sz="2200" dirty="0">
                <a:solidFill>
                  <a:srgbClr val="000000"/>
                </a:solidFill>
                <a:ea typeface="MS PGothic"/>
                <a:cs typeface="Times"/>
              </a:rPr>
              <a:t>Conducting separate correlation tests for cinema and theatre participation with average income levels </a:t>
            </a:r>
            <a:r>
              <a:rPr lang="en-US" sz="2200" dirty="0">
                <a:ea typeface="MS PGothic"/>
                <a:cs typeface="Times"/>
              </a:rPr>
              <a:t>by using a scatter chart with linear regression.</a:t>
            </a:r>
            <a:endParaRPr lang="en-US" sz="2200" dirty="0">
              <a:solidFill>
                <a:srgbClr val="000000"/>
              </a:solidFill>
              <a:ea typeface="MS PGothic"/>
              <a:cs typeface="Times"/>
            </a:endParaRPr>
          </a:p>
        </p:txBody>
      </p:sp>
      <p:sp>
        <p:nvSpPr>
          <p:cNvPr id="4" name="Slide Number Placeholder 3">
            <a:extLst>
              <a:ext uri="{FF2B5EF4-FFF2-40B4-BE49-F238E27FC236}">
                <a16:creationId xmlns:a16="http://schemas.microsoft.com/office/drawing/2014/main" id="{CDE85040-1067-E9E9-22B9-22053D1A7BE4}"/>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6</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4168915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E4449-3493-26AA-4BB5-C9217F23CCD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87627C4-45DD-F108-DE15-BB60CB043739}"/>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2</a:t>
            </a:r>
            <a:endParaRPr lang="en-US" dirty="0">
              <a:solidFill>
                <a:schemeClr val="bg1"/>
              </a:solidFill>
            </a:endParaRPr>
          </a:p>
        </p:txBody>
      </p:sp>
      <p:sp>
        <p:nvSpPr>
          <p:cNvPr id="3" name="Content Placeholder 2">
            <a:extLst>
              <a:ext uri="{FF2B5EF4-FFF2-40B4-BE49-F238E27FC236}">
                <a16:creationId xmlns:a16="http://schemas.microsoft.com/office/drawing/2014/main" id="{882E465B-C0E1-4366-E105-672203396CD9}"/>
              </a:ext>
            </a:extLst>
          </p:cNvPr>
          <p:cNvSpPr>
            <a:spLocks noGrp="1"/>
          </p:cNvSpPr>
          <p:nvPr>
            <p:ph idx="1"/>
          </p:nvPr>
        </p:nvSpPr>
        <p:spPr>
          <a:xfrm>
            <a:off x="588232" y="1086204"/>
            <a:ext cx="10090249" cy="481339"/>
          </a:xfrm>
        </p:spPr>
        <p:txBody>
          <a:bodyPr vert="horz" wrap="square" lIns="91440" tIns="45720" rIns="91440" bIns="45720" numCol="1" anchor="t" anchorCtr="0" compatLnSpc="1">
            <a:prstTxWarp prst="textNoShape">
              <a:avLst/>
            </a:prstTxWarp>
          </a:bodyPr>
          <a:lstStyle/>
          <a:p>
            <a:pPr marL="0" indent="0">
              <a:buNone/>
            </a:pPr>
            <a:r>
              <a:rPr lang="en-US" sz="2400" b="1" dirty="0">
                <a:ea typeface="+mn-lt"/>
                <a:cs typeface="+mn-lt"/>
              </a:rPr>
              <a:t>Results:</a:t>
            </a:r>
            <a:endParaRPr lang="en-US" sz="2400" b="1" dirty="0">
              <a:cs typeface="+mn-lt"/>
            </a:endParaRPr>
          </a:p>
          <a:p>
            <a:pPr marL="0" indent="0">
              <a:buNone/>
            </a:pPr>
            <a:endParaRPr lang="en-US" sz="2400" b="1" dirty="0">
              <a:latin typeface="Times"/>
              <a:ea typeface="MS PGothic"/>
              <a:cs typeface="Times"/>
            </a:endParaRPr>
          </a:p>
          <a:p>
            <a:pPr marL="0" indent="0">
              <a:buNone/>
            </a:pPr>
            <a:endParaRPr lang="en-US" sz="2400" b="1" dirty="0">
              <a:latin typeface="Times"/>
              <a:ea typeface="MS PGothic"/>
              <a:cs typeface="Times"/>
            </a:endParaRPr>
          </a:p>
        </p:txBody>
      </p:sp>
      <p:sp>
        <p:nvSpPr>
          <p:cNvPr id="4" name="Slide Number Placeholder 3">
            <a:extLst>
              <a:ext uri="{FF2B5EF4-FFF2-40B4-BE49-F238E27FC236}">
                <a16:creationId xmlns:a16="http://schemas.microsoft.com/office/drawing/2014/main" id="{E2EF4007-5869-FE7F-D48D-4201AE33BD3D}"/>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7</a:t>
            </a:fld>
            <a:endParaRPr lang="en-US" altLang="en-US">
              <a:solidFill>
                <a:schemeClr val="accent2"/>
              </a:solidFill>
              <a:latin typeface="Times"/>
              <a:ea typeface="MS PGothic"/>
              <a:cs typeface="Times"/>
            </a:endParaRPr>
          </a:p>
        </p:txBody>
      </p:sp>
      <p:sp>
        <p:nvSpPr>
          <p:cNvPr id="10" name="TextBox 9">
            <a:extLst>
              <a:ext uri="{FF2B5EF4-FFF2-40B4-BE49-F238E27FC236}">
                <a16:creationId xmlns:a16="http://schemas.microsoft.com/office/drawing/2014/main" id="{117FEDD9-B601-8432-FBEE-AF552C48A8CF}"/>
              </a:ext>
            </a:extLst>
          </p:cNvPr>
          <p:cNvSpPr txBox="1"/>
          <p:nvPr/>
        </p:nvSpPr>
        <p:spPr>
          <a:xfrm>
            <a:off x="5845629" y="5595257"/>
            <a:ext cx="4648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a:ea typeface="MS PGothic"/>
                <a:cs typeface="Times"/>
              </a:rPr>
              <a:t>Slope of the line: 4.615314204955621e-06</a:t>
            </a:r>
            <a:endParaRPr lang="en-US" sz="2000" dirty="0">
              <a:latin typeface="Times"/>
              <a:cs typeface="Times"/>
            </a:endParaRPr>
          </a:p>
        </p:txBody>
      </p:sp>
      <p:sp>
        <p:nvSpPr>
          <p:cNvPr id="11" name="TextBox 10">
            <a:extLst>
              <a:ext uri="{FF2B5EF4-FFF2-40B4-BE49-F238E27FC236}">
                <a16:creationId xmlns:a16="http://schemas.microsoft.com/office/drawing/2014/main" id="{6BF42F7C-F841-88B2-F73A-6BF50E98AE35}"/>
              </a:ext>
            </a:extLst>
          </p:cNvPr>
          <p:cNvSpPr txBox="1"/>
          <p:nvPr/>
        </p:nvSpPr>
        <p:spPr>
          <a:xfrm>
            <a:off x="723900" y="5592536"/>
            <a:ext cx="464547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a:ea typeface="MS PGothic"/>
                <a:cs typeface="Times"/>
              </a:rPr>
              <a:t>Slope of the line: 3.34167107654203e-05</a:t>
            </a:r>
          </a:p>
        </p:txBody>
      </p:sp>
      <p:pic>
        <p:nvPicPr>
          <p:cNvPr id="8" name="Picture 7" descr="A graph of income levels&#10;&#10;Description automatically generated">
            <a:extLst>
              <a:ext uri="{FF2B5EF4-FFF2-40B4-BE49-F238E27FC236}">
                <a16:creationId xmlns:a16="http://schemas.microsoft.com/office/drawing/2014/main" id="{76AA8FDD-D1D6-04B0-DD74-B65343244762}"/>
              </a:ext>
            </a:extLst>
          </p:cNvPr>
          <p:cNvPicPr>
            <a:picLocks noChangeAspect="1"/>
          </p:cNvPicPr>
          <p:nvPr/>
        </p:nvPicPr>
        <p:blipFill rotWithShape="1">
          <a:blip r:embed="rId2"/>
          <a:srcRect r="22712" b="327"/>
          <a:stretch/>
        </p:blipFill>
        <p:spPr>
          <a:xfrm>
            <a:off x="304800" y="1770329"/>
            <a:ext cx="5157358" cy="3317354"/>
          </a:xfrm>
          <a:prstGeom prst="rect">
            <a:avLst/>
          </a:prstGeom>
        </p:spPr>
      </p:pic>
      <p:pic>
        <p:nvPicPr>
          <p:cNvPr id="7" name="Picture 6" descr="A red line with dots and numbers&#10;&#10;Description automatically generated">
            <a:extLst>
              <a:ext uri="{FF2B5EF4-FFF2-40B4-BE49-F238E27FC236}">
                <a16:creationId xmlns:a16="http://schemas.microsoft.com/office/drawing/2014/main" id="{03CA8C6B-966D-07E6-7BA3-3FD6A99C0DE0}"/>
              </a:ext>
            </a:extLst>
          </p:cNvPr>
          <p:cNvPicPr>
            <a:picLocks noChangeAspect="1"/>
          </p:cNvPicPr>
          <p:nvPr/>
        </p:nvPicPr>
        <p:blipFill>
          <a:blip r:embed="rId3"/>
          <a:stretch>
            <a:fillRect/>
          </a:stretch>
        </p:blipFill>
        <p:spPr>
          <a:xfrm>
            <a:off x="5377543" y="1760792"/>
            <a:ext cx="6672942" cy="3325527"/>
          </a:xfrm>
          <a:prstGeom prst="rect">
            <a:avLst/>
          </a:prstGeom>
        </p:spPr>
      </p:pic>
    </p:spTree>
    <p:extLst>
      <p:ext uri="{BB962C8B-B14F-4D97-AF65-F5344CB8AC3E}">
        <p14:creationId xmlns:p14="http://schemas.microsoft.com/office/powerpoint/2010/main" val="1201306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EB72B-1B6F-0A4A-FEA9-284310C8D62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C105B1E-07F0-8EA8-FD91-6A1978EF970F}"/>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3</a:t>
            </a:r>
            <a:endParaRPr lang="en-US" dirty="0">
              <a:solidFill>
                <a:schemeClr val="bg1"/>
              </a:solidFill>
            </a:endParaRPr>
          </a:p>
        </p:txBody>
      </p:sp>
      <p:sp>
        <p:nvSpPr>
          <p:cNvPr id="4" name="Slide Number Placeholder 3">
            <a:extLst>
              <a:ext uri="{FF2B5EF4-FFF2-40B4-BE49-F238E27FC236}">
                <a16:creationId xmlns:a16="http://schemas.microsoft.com/office/drawing/2014/main" id="{C4668C83-9863-988B-7F85-A8636A54AC92}"/>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8</a:t>
            </a:fld>
            <a:endParaRPr lang="en-US" altLang="en-US">
              <a:solidFill>
                <a:schemeClr val="accent2"/>
              </a:solidFill>
              <a:latin typeface="Times"/>
              <a:ea typeface="MS PGothic"/>
              <a:cs typeface="Times"/>
            </a:endParaRPr>
          </a:p>
        </p:txBody>
      </p:sp>
      <p:sp>
        <p:nvSpPr>
          <p:cNvPr id="12" name="Content Placeholder 2">
            <a:extLst>
              <a:ext uri="{FF2B5EF4-FFF2-40B4-BE49-F238E27FC236}">
                <a16:creationId xmlns:a16="http://schemas.microsoft.com/office/drawing/2014/main" id="{3BB1BF29-3DFE-49F0-38D7-17BECC35456F}"/>
              </a:ext>
            </a:extLst>
          </p:cNvPr>
          <p:cNvSpPr>
            <a:spLocks noGrp="1"/>
          </p:cNvSpPr>
          <p:nvPr>
            <p:ph idx="1"/>
          </p:nvPr>
        </p:nvSpPr>
        <p:spPr>
          <a:xfrm>
            <a:off x="914805" y="1565176"/>
            <a:ext cx="10362391" cy="4683224"/>
          </a:xfrm>
        </p:spPr>
        <p:txBody>
          <a:bodyPr vert="horz" wrap="square" lIns="91440" tIns="45720" rIns="91440" bIns="45720" numCol="1" anchor="ctr" anchorCtr="0" compatLnSpc="1">
            <a:prstTxWarp prst="textNoShape">
              <a:avLst/>
            </a:prstTxWarp>
          </a:bodyPr>
          <a:lstStyle/>
          <a:p>
            <a:pPr marL="0" indent="0">
              <a:buNone/>
            </a:pPr>
            <a:r>
              <a:rPr lang="en-US" sz="2400" b="1" dirty="0">
                <a:ea typeface="MS PGothic"/>
                <a:cs typeface="Times"/>
              </a:rPr>
              <a:t>Question:</a:t>
            </a:r>
            <a:endParaRPr lang="en-US" sz="2400" dirty="0">
              <a:ea typeface="MS PGothic"/>
              <a:cs typeface="Times"/>
            </a:endParaRPr>
          </a:p>
          <a:p>
            <a:pPr marL="0" indent="0">
              <a:buNone/>
            </a:pPr>
            <a:r>
              <a:rPr lang="en-US" sz="2200" dirty="0">
                <a:solidFill>
                  <a:srgbClr val="000000"/>
                </a:solidFill>
                <a:ea typeface="+mn-lt"/>
                <a:cs typeface="+mn-lt"/>
              </a:rPr>
              <a:t>What regional variations exist in the context of cultural engagement and economic status?</a:t>
            </a:r>
            <a:endParaRPr lang="en-US" dirty="0"/>
          </a:p>
          <a:p>
            <a:pPr marL="0" indent="0">
              <a:buNone/>
            </a:pPr>
            <a:endParaRPr lang="en-US" sz="2200" dirty="0">
              <a:ea typeface="MS PGothic"/>
              <a:cs typeface="Times"/>
            </a:endParaRPr>
          </a:p>
          <a:p>
            <a:pPr marL="0" indent="0">
              <a:buNone/>
            </a:pPr>
            <a:r>
              <a:rPr lang="en-US" sz="2400" b="1" dirty="0">
                <a:ea typeface="MS PGothic"/>
                <a:cs typeface="Times"/>
              </a:rPr>
              <a:t>Hypothesis: </a:t>
            </a:r>
            <a:endParaRPr lang="en-US" sz="2400" dirty="0">
              <a:ea typeface="MS PGothic"/>
              <a:cs typeface="Times"/>
            </a:endParaRPr>
          </a:p>
          <a:p>
            <a:pPr marL="0" indent="0">
              <a:buNone/>
            </a:pPr>
            <a:r>
              <a:rPr lang="en-US" sz="2200" dirty="0">
                <a:solidFill>
                  <a:srgbClr val="000000"/>
                </a:solidFill>
                <a:ea typeface="+mn-lt"/>
                <a:cs typeface="+mn-lt"/>
              </a:rPr>
              <a:t>There are regional variations in the relationship between average income levels and cultural engagement.</a:t>
            </a:r>
            <a:endParaRPr lang="en-US" dirty="0"/>
          </a:p>
          <a:p>
            <a:pPr marL="0" indent="0">
              <a:buNone/>
            </a:pPr>
            <a:endParaRPr lang="en-US" sz="2200" dirty="0">
              <a:ea typeface="MS PGothic"/>
              <a:cs typeface="Times"/>
            </a:endParaRPr>
          </a:p>
        </p:txBody>
      </p:sp>
    </p:spTree>
    <p:extLst>
      <p:ext uri="{BB962C8B-B14F-4D97-AF65-F5344CB8AC3E}">
        <p14:creationId xmlns:p14="http://schemas.microsoft.com/office/powerpoint/2010/main" val="445225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C3F3-39EF-C147-2002-440E265F3A8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912F5FF-2500-2AB8-F4E1-2D4DE8EB12B3}"/>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Research Question 4</a:t>
            </a:r>
            <a:endParaRPr lang="en-US" dirty="0">
              <a:solidFill>
                <a:schemeClr val="bg1"/>
              </a:solidFill>
            </a:endParaRPr>
          </a:p>
        </p:txBody>
      </p:sp>
      <p:sp>
        <p:nvSpPr>
          <p:cNvPr id="4" name="Slide Number Placeholder 3">
            <a:extLst>
              <a:ext uri="{FF2B5EF4-FFF2-40B4-BE49-F238E27FC236}">
                <a16:creationId xmlns:a16="http://schemas.microsoft.com/office/drawing/2014/main" id="{4D1F3A75-942B-DA84-75D0-B150DB27AF67}"/>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9</a:t>
            </a:fld>
            <a:endParaRPr lang="en-US" altLang="en-US">
              <a:solidFill>
                <a:schemeClr val="accent2"/>
              </a:solidFill>
              <a:latin typeface="Times"/>
              <a:ea typeface="MS PGothic"/>
              <a:cs typeface="Times"/>
            </a:endParaRPr>
          </a:p>
        </p:txBody>
      </p:sp>
      <p:sp>
        <p:nvSpPr>
          <p:cNvPr id="12" name="Content Placeholder 2">
            <a:extLst>
              <a:ext uri="{FF2B5EF4-FFF2-40B4-BE49-F238E27FC236}">
                <a16:creationId xmlns:a16="http://schemas.microsoft.com/office/drawing/2014/main" id="{8CFFA0D3-05B0-345D-85D8-04167B259287}"/>
              </a:ext>
            </a:extLst>
          </p:cNvPr>
          <p:cNvSpPr>
            <a:spLocks noGrp="1"/>
          </p:cNvSpPr>
          <p:nvPr>
            <p:ph idx="1"/>
          </p:nvPr>
        </p:nvSpPr>
        <p:spPr>
          <a:xfrm>
            <a:off x="914805" y="1565176"/>
            <a:ext cx="10362391" cy="4683224"/>
          </a:xfrm>
        </p:spPr>
        <p:txBody>
          <a:bodyPr vert="horz" wrap="square" lIns="91440" tIns="45720" rIns="91440" bIns="45720" numCol="1" anchor="ctr" anchorCtr="0" compatLnSpc="1">
            <a:prstTxWarp prst="textNoShape">
              <a:avLst/>
            </a:prstTxWarp>
          </a:bodyPr>
          <a:lstStyle/>
          <a:p>
            <a:pPr marL="0" indent="0">
              <a:buNone/>
            </a:pPr>
            <a:r>
              <a:rPr lang="en-US" sz="2400" b="1" dirty="0">
                <a:ea typeface="MS PGothic"/>
                <a:cs typeface="Times"/>
              </a:rPr>
              <a:t>Question:</a:t>
            </a:r>
            <a:endParaRPr lang="en-US" sz="2400" dirty="0">
              <a:ea typeface="MS PGothic"/>
              <a:cs typeface="Times"/>
            </a:endParaRPr>
          </a:p>
          <a:p>
            <a:pPr marL="0" indent="0">
              <a:buNone/>
            </a:pPr>
            <a:r>
              <a:rPr lang="en-US" sz="2200" dirty="0">
                <a:solidFill>
                  <a:srgbClr val="000000"/>
                </a:solidFill>
                <a:ea typeface="+mn-lt"/>
                <a:cs typeface="+mn-lt"/>
              </a:rPr>
              <a:t>Are there any observable trends or patterns in the data that suggest a causal relationship between rising or falling income levels and changes in cinema and theatre participation?</a:t>
            </a:r>
            <a:endParaRPr lang="en-US" dirty="0"/>
          </a:p>
          <a:p>
            <a:pPr marL="0" indent="0">
              <a:buNone/>
            </a:pPr>
            <a:endParaRPr lang="en-US" sz="2200" dirty="0">
              <a:ea typeface="MS PGothic"/>
              <a:cs typeface="Times"/>
            </a:endParaRPr>
          </a:p>
          <a:p>
            <a:pPr marL="0" indent="0">
              <a:buNone/>
            </a:pPr>
            <a:r>
              <a:rPr lang="en-US" sz="2400" b="1" dirty="0">
                <a:ea typeface="MS PGothic"/>
                <a:cs typeface="Times"/>
              </a:rPr>
              <a:t>Hypothesis: </a:t>
            </a:r>
            <a:endParaRPr lang="en-US" sz="2400" dirty="0">
              <a:ea typeface="MS PGothic"/>
              <a:cs typeface="Times"/>
            </a:endParaRPr>
          </a:p>
          <a:p>
            <a:pPr marL="0" indent="0">
              <a:buNone/>
            </a:pPr>
            <a:r>
              <a:rPr lang="en-US" sz="2200" dirty="0">
                <a:solidFill>
                  <a:srgbClr val="000000"/>
                </a:solidFill>
                <a:ea typeface="+mn-lt"/>
                <a:cs typeface="+mn-lt"/>
              </a:rPr>
              <a:t>Changes in income levels are causally related to changes in cinema and theatre participation.</a:t>
            </a:r>
            <a:endParaRPr lang="en-US" dirty="0"/>
          </a:p>
          <a:p>
            <a:pPr marL="0" indent="0">
              <a:buNone/>
            </a:pPr>
            <a:endParaRPr lang="en-US" sz="2200" dirty="0">
              <a:ea typeface="MS PGothic"/>
              <a:cs typeface="Times"/>
            </a:endParaRPr>
          </a:p>
        </p:txBody>
      </p:sp>
    </p:spTree>
    <p:extLst>
      <p:ext uri="{BB962C8B-B14F-4D97-AF65-F5344CB8AC3E}">
        <p14:creationId xmlns:p14="http://schemas.microsoft.com/office/powerpoint/2010/main" val="311886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4814C-A46E-4167-C9A3-F09C4A173F2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B8762AD-E14F-F89A-3113-1A05DC9D70D8}"/>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Potential products</a:t>
            </a:r>
            <a:endParaRPr lang="en-US" dirty="0">
              <a:solidFill>
                <a:schemeClr val="bg1"/>
              </a:solidFill>
            </a:endParaRPr>
          </a:p>
        </p:txBody>
      </p:sp>
      <p:sp>
        <p:nvSpPr>
          <p:cNvPr id="3" name="Content Placeholder 2">
            <a:extLst>
              <a:ext uri="{FF2B5EF4-FFF2-40B4-BE49-F238E27FC236}">
                <a16:creationId xmlns:a16="http://schemas.microsoft.com/office/drawing/2014/main" id="{BC2DC8B6-D983-E715-B3B0-A37953E84B2E}"/>
              </a:ext>
            </a:extLst>
          </p:cNvPr>
          <p:cNvSpPr>
            <a:spLocks noGrp="1"/>
          </p:cNvSpPr>
          <p:nvPr>
            <p:ph idx="1"/>
          </p:nvPr>
        </p:nvSpPr>
        <p:spPr>
          <a:xfrm>
            <a:off x="914805" y="2577547"/>
            <a:ext cx="10362391" cy="2516967"/>
          </a:xfrm>
        </p:spPr>
        <p:txBody>
          <a:bodyPr vert="horz" wrap="square" lIns="91440" tIns="45720" rIns="91440" bIns="45720" numCol="1" anchor="t" anchorCtr="0" compatLnSpc="1">
            <a:prstTxWarp prst="textNoShape">
              <a:avLst/>
            </a:prstTxWarp>
          </a:bodyPr>
          <a:lstStyle/>
          <a:p>
            <a:pPr>
              <a:buFont typeface="Arial"/>
              <a:buChar char="•"/>
            </a:pPr>
            <a:r>
              <a:rPr lang="en-US" sz="2400" dirty="0">
                <a:ea typeface="MS PGothic"/>
                <a:cs typeface="+mn-lt"/>
              </a:rPr>
              <a:t>Cultural Marketing Strategies</a:t>
            </a:r>
            <a:endParaRPr lang="en-US"/>
          </a:p>
          <a:p>
            <a:pPr>
              <a:buFont typeface="Arial"/>
              <a:buChar char="•"/>
            </a:pPr>
            <a:endParaRPr lang="en-US" sz="2400" dirty="0">
              <a:cs typeface="Times"/>
            </a:endParaRPr>
          </a:p>
          <a:p>
            <a:pPr>
              <a:buFont typeface="Arial"/>
              <a:buChar char="•"/>
            </a:pPr>
            <a:r>
              <a:rPr lang="en-US" sz="2400" dirty="0">
                <a:ea typeface="MS PGothic"/>
                <a:cs typeface="+mn-lt"/>
              </a:rPr>
              <a:t>Mobile App for Cultural Recommendations</a:t>
            </a:r>
            <a:endParaRPr lang="en-US" sz="2400" dirty="0">
              <a:cs typeface="+mn-lt"/>
            </a:endParaRPr>
          </a:p>
          <a:p>
            <a:pPr>
              <a:buFont typeface="Arial"/>
              <a:buChar char="•"/>
            </a:pPr>
            <a:endParaRPr lang="en-US" sz="2400" dirty="0">
              <a:cs typeface="Times"/>
            </a:endParaRPr>
          </a:p>
          <a:p>
            <a:pPr>
              <a:buFont typeface="Arial"/>
              <a:buChar char="•"/>
            </a:pPr>
            <a:r>
              <a:rPr lang="en-US" sz="2400" dirty="0">
                <a:ea typeface="MS PGothic"/>
                <a:cs typeface="+mn-lt"/>
              </a:rPr>
              <a:t>Policy Recommendations</a:t>
            </a:r>
            <a:endParaRPr lang="en-US" sz="2400" dirty="0">
              <a:cs typeface="Times"/>
            </a:endParaRPr>
          </a:p>
        </p:txBody>
      </p:sp>
      <p:sp>
        <p:nvSpPr>
          <p:cNvPr id="4" name="Slide Number Placeholder 3">
            <a:extLst>
              <a:ext uri="{FF2B5EF4-FFF2-40B4-BE49-F238E27FC236}">
                <a16:creationId xmlns:a16="http://schemas.microsoft.com/office/drawing/2014/main" id="{FB24C3BD-D84A-8ED8-4237-8481C2FA82F9}"/>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10</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946463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0BBC5-EBF8-5BD3-B9D0-7246ECC8BDD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0BC4F2-B735-1390-8EC1-DD8D1B315BB3}"/>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Any issues related to data engineering. </a:t>
            </a:r>
            <a:endParaRPr lang="en-US"/>
          </a:p>
        </p:txBody>
      </p:sp>
      <p:sp>
        <p:nvSpPr>
          <p:cNvPr id="3" name="Content Placeholder 2">
            <a:extLst>
              <a:ext uri="{FF2B5EF4-FFF2-40B4-BE49-F238E27FC236}">
                <a16:creationId xmlns:a16="http://schemas.microsoft.com/office/drawing/2014/main" id="{DBA49207-CDFF-3666-A106-E2AB8383DEA7}"/>
              </a:ext>
            </a:extLst>
          </p:cNvPr>
          <p:cNvSpPr>
            <a:spLocks noGrp="1"/>
          </p:cNvSpPr>
          <p:nvPr>
            <p:ph idx="1"/>
          </p:nvPr>
        </p:nvSpPr>
        <p:spPr>
          <a:xfrm>
            <a:off x="914805" y="2370308"/>
            <a:ext cx="10362391" cy="2957942"/>
          </a:xfrm>
        </p:spPr>
        <p:txBody>
          <a:bodyPr vert="horz" wrap="square" lIns="91440" tIns="45720" rIns="91440" bIns="45720" numCol="1" anchor="t" anchorCtr="0" compatLnSpc="1">
            <a:prstTxWarp prst="textNoShape">
              <a:avLst/>
            </a:prstTxWarp>
          </a:bodyPr>
          <a:lstStyle/>
          <a:p>
            <a:pPr marL="514350" indent="-514350">
              <a:buAutoNum type="arabicPeriod"/>
            </a:pPr>
            <a:r>
              <a:rPr lang="en-US" sz="2800" dirty="0">
                <a:ea typeface="MS PGothic"/>
                <a:cs typeface="+mn-lt"/>
              </a:rPr>
              <a:t>Data Integration Challenges</a:t>
            </a:r>
          </a:p>
          <a:p>
            <a:pPr marL="514350" indent="-514350">
              <a:buAutoNum type="arabicPeriod"/>
            </a:pPr>
            <a:endParaRPr lang="en-US" sz="2800" dirty="0">
              <a:cs typeface="Times"/>
            </a:endParaRPr>
          </a:p>
          <a:p>
            <a:pPr marL="514350" indent="-514350">
              <a:buAutoNum type="arabicPeriod"/>
            </a:pPr>
            <a:r>
              <a:rPr lang="en-US" sz="2800" dirty="0">
                <a:ea typeface="MS PGothic"/>
                <a:cs typeface="+mn-lt"/>
              </a:rPr>
              <a:t>Large-Scale Data Processing</a:t>
            </a:r>
          </a:p>
          <a:p>
            <a:pPr marL="514350" indent="-514350">
              <a:buAutoNum type="arabicPeriod"/>
            </a:pPr>
            <a:endParaRPr lang="en-US" sz="2800" dirty="0">
              <a:cs typeface="Times"/>
            </a:endParaRPr>
          </a:p>
          <a:p>
            <a:pPr marL="514350" indent="-514350">
              <a:buAutoNum type="arabicPeriod"/>
            </a:pPr>
            <a:r>
              <a:rPr lang="en-US" sz="2800" dirty="0">
                <a:ea typeface="MS PGothic"/>
                <a:cs typeface="+mn-lt"/>
              </a:rPr>
              <a:t>Data Quality Assurance</a:t>
            </a:r>
            <a:endParaRPr lang="en-US" sz="2800" dirty="0">
              <a:cs typeface="Times"/>
            </a:endParaRPr>
          </a:p>
        </p:txBody>
      </p:sp>
      <p:sp>
        <p:nvSpPr>
          <p:cNvPr id="4" name="Slide Number Placeholder 3">
            <a:extLst>
              <a:ext uri="{FF2B5EF4-FFF2-40B4-BE49-F238E27FC236}">
                <a16:creationId xmlns:a16="http://schemas.microsoft.com/office/drawing/2014/main" id="{1035CC31-CFF3-6EDF-9B67-F4A9BD6F5A73}"/>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11</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1621744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298C3-BF8E-6F87-A578-C494E8393DE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B00260D-E6BE-77F8-9F3E-7BC2FFB84E65}"/>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Any issues related ethics. </a:t>
            </a:r>
            <a:endParaRPr lang="en-US" dirty="0"/>
          </a:p>
        </p:txBody>
      </p:sp>
      <p:sp>
        <p:nvSpPr>
          <p:cNvPr id="3" name="Content Placeholder 2">
            <a:extLst>
              <a:ext uri="{FF2B5EF4-FFF2-40B4-BE49-F238E27FC236}">
                <a16:creationId xmlns:a16="http://schemas.microsoft.com/office/drawing/2014/main" id="{8443EBAF-8C46-126A-C6E1-58F7C40F3F05}"/>
              </a:ext>
            </a:extLst>
          </p:cNvPr>
          <p:cNvSpPr>
            <a:spLocks noGrp="1"/>
          </p:cNvSpPr>
          <p:nvPr>
            <p:ph idx="1"/>
          </p:nvPr>
        </p:nvSpPr>
        <p:spPr>
          <a:xfrm>
            <a:off x="914805" y="2184223"/>
            <a:ext cx="10362391" cy="3846052"/>
          </a:xfrm>
        </p:spPr>
        <p:txBody>
          <a:bodyPr vert="horz" wrap="square" lIns="91440" tIns="45720" rIns="91440" bIns="45720" numCol="1" anchor="t" anchorCtr="0" compatLnSpc="1">
            <a:prstTxWarp prst="textNoShape">
              <a:avLst/>
            </a:prstTxWarp>
          </a:bodyPr>
          <a:lstStyle/>
          <a:p>
            <a:pPr marL="514350" indent="-514350">
              <a:buAutoNum type="arabicPeriod"/>
            </a:pPr>
            <a:r>
              <a:rPr lang="en-US" sz="2800" dirty="0">
                <a:ea typeface="MS PGothic"/>
                <a:cs typeface="Times"/>
              </a:rPr>
              <a:t>Privacy Protection</a:t>
            </a:r>
          </a:p>
          <a:p>
            <a:pPr marL="914400" lvl="1">
              <a:buFont typeface="Courier New"/>
              <a:buChar char="o"/>
            </a:pPr>
            <a:r>
              <a:rPr lang="en-US" sz="2400" dirty="0">
                <a:solidFill>
                  <a:srgbClr val="000000"/>
                </a:solidFill>
                <a:ea typeface="MS PGothic"/>
                <a:cs typeface="+mn-lt"/>
              </a:rPr>
              <a:t>Handling sensitive data related to income levels and individual engagement raises privacy concerns.</a:t>
            </a:r>
            <a:endParaRPr lang="en-US" sz="2400" dirty="0">
              <a:solidFill>
                <a:srgbClr val="000000"/>
              </a:solidFill>
              <a:cs typeface="Times"/>
            </a:endParaRPr>
          </a:p>
          <a:p>
            <a:pPr marL="514350" indent="-514350">
              <a:buAutoNum type="arabicPeriod"/>
            </a:pPr>
            <a:endParaRPr lang="en-US" sz="2800" dirty="0">
              <a:cs typeface="+mn-lt"/>
            </a:endParaRPr>
          </a:p>
          <a:p>
            <a:pPr marL="514350" indent="-514350">
              <a:buAutoNum type="arabicPeriod"/>
            </a:pPr>
            <a:r>
              <a:rPr lang="en-US" sz="2800" dirty="0">
                <a:ea typeface="MS PGothic"/>
                <a:cs typeface="+mn-lt"/>
              </a:rPr>
              <a:t>Data Ownership and Usage Rights</a:t>
            </a:r>
          </a:p>
          <a:p>
            <a:pPr marL="914400" lvl="1" indent="-342900">
              <a:buFont typeface="Courier New"/>
              <a:buChar char="o"/>
            </a:pPr>
            <a:r>
              <a:rPr lang="en-US" sz="2400" dirty="0">
                <a:solidFill>
                  <a:srgbClr val="000000"/>
                </a:solidFill>
                <a:ea typeface="MS PGothic"/>
                <a:cs typeface="+mn-lt"/>
              </a:rPr>
              <a:t>Clarifying who owns the data and how it will be used is an ethical concern, especially when utilizing datasets from external sources.</a:t>
            </a:r>
            <a:endParaRPr lang="en-US" sz="2400" dirty="0">
              <a:solidFill>
                <a:srgbClr val="000000"/>
              </a:solidFill>
              <a:cs typeface="Times"/>
            </a:endParaRPr>
          </a:p>
        </p:txBody>
      </p:sp>
      <p:sp>
        <p:nvSpPr>
          <p:cNvPr id="4" name="Slide Number Placeholder 3">
            <a:extLst>
              <a:ext uri="{FF2B5EF4-FFF2-40B4-BE49-F238E27FC236}">
                <a16:creationId xmlns:a16="http://schemas.microsoft.com/office/drawing/2014/main" id="{76CD1532-3897-D049-9699-C955C4B5DEBF}"/>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12</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674359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B704C-DE3D-70CD-AEE4-562C7FD5699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97FB53B-DD22-2DA1-EA63-3C3073CF1263}"/>
              </a:ext>
            </a:extLst>
          </p:cNvPr>
          <p:cNvSpPr>
            <a:spLocks noGrp="1"/>
          </p:cNvSpPr>
          <p:nvPr>
            <p:ph type="title"/>
          </p:nvPr>
        </p:nvSpPr>
        <p:spPr>
          <a:xfrm>
            <a:off x="479376" y="260648"/>
            <a:ext cx="9793088" cy="646212"/>
          </a:xfrm>
        </p:spPr>
        <p:txBody>
          <a:bodyPr/>
          <a:lstStyle/>
          <a:p>
            <a:pPr algn="l"/>
            <a:r>
              <a:rPr lang="en-US" sz="3200" b="1" dirty="0">
                <a:solidFill>
                  <a:schemeClr val="bg1"/>
                </a:solidFill>
                <a:ea typeface="+mj-lt"/>
                <a:cs typeface="+mj-lt"/>
              </a:rPr>
              <a:t>Conclusion</a:t>
            </a:r>
            <a:endParaRPr lang="en-US" dirty="0">
              <a:solidFill>
                <a:schemeClr val="bg1"/>
              </a:solidFill>
            </a:endParaRPr>
          </a:p>
        </p:txBody>
      </p:sp>
      <p:sp>
        <p:nvSpPr>
          <p:cNvPr id="3" name="Content Placeholder 2">
            <a:extLst>
              <a:ext uri="{FF2B5EF4-FFF2-40B4-BE49-F238E27FC236}">
                <a16:creationId xmlns:a16="http://schemas.microsoft.com/office/drawing/2014/main" id="{AA5E12C0-2CCB-BF74-EFB7-5A816A8726E9}"/>
              </a:ext>
            </a:extLst>
          </p:cNvPr>
          <p:cNvSpPr>
            <a:spLocks noGrp="1"/>
          </p:cNvSpPr>
          <p:nvPr>
            <p:ph idx="1"/>
          </p:nvPr>
        </p:nvSpPr>
        <p:spPr>
          <a:xfrm>
            <a:off x="914805" y="1565176"/>
            <a:ext cx="10362391" cy="4683224"/>
          </a:xfrm>
        </p:spPr>
        <p:txBody>
          <a:bodyPr vert="horz" wrap="square" lIns="91440" tIns="45720" rIns="91440" bIns="45720" numCol="1" anchor="t" anchorCtr="0" compatLnSpc="1">
            <a:prstTxWarp prst="textNoShape">
              <a:avLst/>
            </a:prstTxWarp>
          </a:bodyPr>
          <a:lstStyle/>
          <a:p>
            <a:pPr>
              <a:lnSpc>
                <a:spcPct val="150000"/>
              </a:lnSpc>
              <a:buNone/>
            </a:pPr>
            <a:r>
              <a:rPr lang="en-US" sz="2400" dirty="0">
                <a:ea typeface="+mn-lt"/>
                <a:cs typeface="+mn-lt"/>
              </a:rPr>
              <a:t>In summary, this project explored the interplay between average income levels and cultural engagement, specifically in cinema and theatre, across Turkish regions from 2014 to 2022. Leveraging datasets from the Turkish Statistical Institute, our analysis aimed to discern the impact of income on cultural participation, identify regional variations, and uncover trends over time. The findings provide valuable insights for policymakers and contribute to understanding the dynamics of cultural engagement in diverse provinces of Turkey.</a:t>
            </a:r>
            <a:endParaRPr lang="en-US" dirty="0"/>
          </a:p>
          <a:p>
            <a:pPr>
              <a:buNone/>
            </a:pPr>
            <a:br>
              <a:rPr lang="en-US" dirty="0"/>
            </a:br>
            <a:endParaRPr lang="en-US" dirty="0"/>
          </a:p>
          <a:p>
            <a:pPr marL="0" indent="0">
              <a:buNone/>
            </a:pPr>
            <a:endParaRPr lang="en-US" sz="2400" b="1" dirty="0">
              <a:cs typeface="Times"/>
            </a:endParaRPr>
          </a:p>
        </p:txBody>
      </p:sp>
      <p:sp>
        <p:nvSpPr>
          <p:cNvPr id="4" name="Slide Number Placeholder 3">
            <a:extLst>
              <a:ext uri="{FF2B5EF4-FFF2-40B4-BE49-F238E27FC236}">
                <a16:creationId xmlns:a16="http://schemas.microsoft.com/office/drawing/2014/main" id="{8CF53239-94B0-E45A-A578-F94D5AD5A20A}"/>
              </a:ext>
            </a:extLst>
          </p:cNvPr>
          <p:cNvSpPr>
            <a:spLocks noGrp="1"/>
          </p:cNvSpPr>
          <p:nvPr>
            <p:ph type="sldNum" sz="quarter" idx="12"/>
          </p:nvPr>
        </p:nvSpPr>
        <p:spPr/>
        <p:txBody>
          <a:bodyPr/>
          <a:lstStyle/>
          <a:p>
            <a:pPr>
              <a:defRPr/>
            </a:pPr>
            <a:fld id="{7F73E004-36BE-004A-8389-4AF227816A51}" type="slidenum">
              <a:rPr lang="en-US" altLang="en-US" dirty="0" smtClean="0">
                <a:solidFill>
                  <a:schemeClr val="accent2"/>
                </a:solidFill>
                <a:latin typeface="Times"/>
                <a:ea typeface="MS PGothic"/>
                <a:cs typeface="Times"/>
              </a:rPr>
              <a:pPr>
                <a:defRPr/>
              </a:pPr>
              <a:t>13</a:t>
            </a:fld>
            <a:endParaRPr lang="en-US" altLang="en-US">
              <a:solidFill>
                <a:schemeClr val="accent2"/>
              </a:solidFill>
              <a:latin typeface="Times"/>
              <a:ea typeface="MS PGothic"/>
              <a:cs typeface="Times"/>
            </a:endParaRPr>
          </a:p>
        </p:txBody>
      </p:sp>
    </p:spTree>
    <p:extLst>
      <p:ext uri="{BB962C8B-B14F-4D97-AF65-F5344CB8AC3E}">
        <p14:creationId xmlns:p14="http://schemas.microsoft.com/office/powerpoint/2010/main" val="2588753944"/>
      </p:ext>
    </p:extLst>
  </p:cSld>
  <p:clrMapOvr>
    <a:masterClrMapping/>
  </p:clrMapOvr>
</p:sld>
</file>

<file path=ppt/theme/theme1.xml><?xml version="1.0" encoding="utf-8"?>
<a:theme xmlns:a="http://schemas.openxmlformats.org/drawingml/2006/main" name="Bar_ITU">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ar_ITU" id="{FE5163B8-B09F-4639-B692-1E8C98864314}" vid="{47E9A357-31A1-4FE7-A04A-34A9E179E7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2300</TotalTime>
  <Words>644</Words>
  <Application>Microsoft Office PowerPoint</Application>
  <PresentationFormat>Geniş ekran</PresentationFormat>
  <Paragraphs>97</Paragraphs>
  <Slides>14</Slides>
  <Notes>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14</vt:i4>
      </vt:variant>
    </vt:vector>
  </HeadingPairs>
  <TitlesOfParts>
    <vt:vector size="21" baseType="lpstr">
      <vt:lpstr>Arial</vt:lpstr>
      <vt:lpstr>Calibri</vt:lpstr>
      <vt:lpstr>Courier New</vt:lpstr>
      <vt:lpstr>Times</vt:lpstr>
      <vt:lpstr>Times New Roman</vt:lpstr>
      <vt:lpstr>Wingdings</vt:lpstr>
      <vt:lpstr>Bar_ITU</vt:lpstr>
      <vt:lpstr>The Relationship Between Average Income Levels and Cultural Engagement (Cinema, Theatre) Across Regions in Turkey</vt:lpstr>
      <vt:lpstr>Problem Definition</vt:lpstr>
      <vt:lpstr>Datasets and Sources </vt:lpstr>
      <vt:lpstr>EDA (Exploratory Data Analysis)</vt:lpstr>
      <vt:lpstr>Research Question 1</vt:lpstr>
      <vt:lpstr>Research Question 1</vt:lpstr>
      <vt:lpstr>Research Question 2</vt:lpstr>
      <vt:lpstr>Research Question 2</vt:lpstr>
      <vt:lpstr>Research Question 3</vt:lpstr>
      <vt:lpstr>Research Question 4</vt:lpstr>
      <vt:lpstr>Potential products</vt:lpstr>
      <vt:lpstr>Any issues related to data engineering. </vt:lpstr>
      <vt:lpstr>Any issues related ethics.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ITU_Template</dc:title>
  <dc:creator>E. Barış Öndeş</dc:creator>
  <cp:lastModifiedBy>Emir Öztunç</cp:lastModifiedBy>
  <cp:revision>703</cp:revision>
  <dcterms:created xsi:type="dcterms:W3CDTF">2017-01-16T15:06:38Z</dcterms:created>
  <dcterms:modified xsi:type="dcterms:W3CDTF">2024-01-03T19:19:39Z</dcterms:modified>
</cp:coreProperties>
</file>